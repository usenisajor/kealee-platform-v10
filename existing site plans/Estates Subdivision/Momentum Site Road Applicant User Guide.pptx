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1122" y="-33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he, Amarech" userId="c7567c6b-5851-43ec-8e3a-a1e12110dacf" providerId="ADAL" clId="{941B2C17-008F-4BB6-8B10-6D9D486E4D5D}"/>
    <pc:docChg chg="undo custSel modSld">
      <pc:chgData name="Moshe, Amarech" userId="c7567c6b-5851-43ec-8e3a-a1e12110dacf" providerId="ADAL" clId="{941B2C17-008F-4BB6-8B10-6D9D486E4D5D}" dt="2024-10-09T14:05:55.957" v="225"/>
      <pc:docMkLst>
        <pc:docMk/>
      </pc:docMkLst>
      <pc:sldChg chg="modSp mod">
        <pc:chgData name="Moshe, Amarech" userId="c7567c6b-5851-43ec-8e3a-a1e12110dacf" providerId="ADAL" clId="{941B2C17-008F-4BB6-8B10-6D9D486E4D5D}" dt="2024-10-09T14:05:55.957" v="225"/>
        <pc:sldMkLst>
          <pc:docMk/>
          <pc:sldMk cId="0" sldId="256"/>
        </pc:sldMkLst>
        <pc:spChg chg="mod">
          <ac:chgData name="Moshe, Amarech" userId="c7567c6b-5851-43ec-8e3a-a1e12110dacf" providerId="ADAL" clId="{941B2C17-008F-4BB6-8B10-6D9D486E4D5D}" dt="2024-10-09T14:05:55.957" v="225"/>
          <ac:spMkLst>
            <pc:docMk/>
            <pc:sldMk cId="0" sldId="256"/>
            <ac:spMk id="2" creationId="{00000000-0000-0000-0000-000000000000}"/>
          </ac:spMkLst>
        </pc:spChg>
      </pc:sldChg>
      <pc:sldChg chg="addSp delSp modSp mod">
        <pc:chgData name="Moshe, Amarech" userId="c7567c6b-5851-43ec-8e3a-a1e12110dacf" providerId="ADAL" clId="{941B2C17-008F-4BB6-8B10-6D9D486E4D5D}" dt="2024-10-09T13:53:55.021" v="58" actId="6549"/>
        <pc:sldMkLst>
          <pc:docMk/>
          <pc:sldMk cId="0" sldId="258"/>
        </pc:sldMkLst>
        <pc:spChg chg="mod">
          <ac:chgData name="Moshe, Amarech" userId="c7567c6b-5851-43ec-8e3a-a1e12110dacf" providerId="ADAL" clId="{941B2C17-008F-4BB6-8B10-6D9D486E4D5D}" dt="2024-10-09T13:53:55.021" v="58" actId="6549"/>
          <ac:spMkLst>
            <pc:docMk/>
            <pc:sldMk cId="0" sldId="258"/>
            <ac:spMk id="2" creationId="{00000000-0000-0000-0000-000000000000}"/>
          </ac:spMkLst>
        </pc:spChg>
        <pc:spChg chg="del">
          <ac:chgData name="Moshe, Amarech" userId="c7567c6b-5851-43ec-8e3a-a1e12110dacf" providerId="ADAL" clId="{941B2C17-008F-4BB6-8B10-6D9D486E4D5D}" dt="2024-10-09T13:51:07.015" v="39" actId="478"/>
          <ac:spMkLst>
            <pc:docMk/>
            <pc:sldMk cId="0" sldId="258"/>
            <ac:spMk id="14" creationId="{C8FB944D-1B8C-346E-AAFE-C2CAA994E80F}"/>
          </ac:spMkLst>
        </pc:spChg>
        <pc:spChg chg="mod">
          <ac:chgData name="Moshe, Amarech" userId="c7567c6b-5851-43ec-8e3a-a1e12110dacf" providerId="ADAL" clId="{941B2C17-008F-4BB6-8B10-6D9D486E4D5D}" dt="2024-10-09T13:53:10.443" v="50" actId="14100"/>
          <ac:spMkLst>
            <pc:docMk/>
            <pc:sldMk cId="0" sldId="258"/>
            <ac:spMk id="15" creationId="{B08E36DE-27B4-07D3-F2B9-CEA175021297}"/>
          </ac:spMkLst>
        </pc:spChg>
        <pc:picChg chg="add del mod">
          <ac:chgData name="Moshe, Amarech" userId="c7567c6b-5851-43ec-8e3a-a1e12110dacf" providerId="ADAL" clId="{941B2C17-008F-4BB6-8B10-6D9D486E4D5D}" dt="2024-10-09T13:51:11.918" v="40" actId="21"/>
          <ac:picMkLst>
            <pc:docMk/>
            <pc:sldMk cId="0" sldId="258"/>
            <ac:picMk id="4" creationId="{092CAB10-8928-7D3D-C4EB-7B1A4EF680AE}"/>
          </ac:picMkLst>
        </pc:picChg>
        <pc:picChg chg="add mod">
          <ac:chgData name="Moshe, Amarech" userId="c7567c6b-5851-43ec-8e3a-a1e12110dacf" providerId="ADAL" clId="{941B2C17-008F-4BB6-8B10-6D9D486E4D5D}" dt="2024-10-09T13:53:41.339" v="57" actId="14100"/>
          <ac:picMkLst>
            <pc:docMk/>
            <pc:sldMk cId="0" sldId="258"/>
            <ac:picMk id="6" creationId="{D657C960-1A09-9F00-D6EA-562935905588}"/>
          </ac:picMkLst>
        </pc:picChg>
        <pc:picChg chg="add del mod modCrop">
          <ac:chgData name="Moshe, Amarech" userId="c7567c6b-5851-43ec-8e3a-a1e12110dacf" providerId="ADAL" clId="{941B2C17-008F-4BB6-8B10-6D9D486E4D5D}" dt="2024-10-09T13:53:03.771" v="48" actId="14100"/>
          <ac:picMkLst>
            <pc:docMk/>
            <pc:sldMk cId="0" sldId="258"/>
            <ac:picMk id="13" creationId="{FA96886F-9287-CA29-CF57-64B8BAC50DF0}"/>
          </ac:picMkLst>
        </pc:picChg>
      </pc:sldChg>
      <pc:sldChg chg="delSp modSp mod">
        <pc:chgData name="Moshe, Amarech" userId="c7567c6b-5851-43ec-8e3a-a1e12110dacf" providerId="ADAL" clId="{941B2C17-008F-4BB6-8B10-6D9D486E4D5D}" dt="2024-10-09T14:05:31.954" v="65"/>
        <pc:sldMkLst>
          <pc:docMk/>
          <pc:sldMk cId="0" sldId="273"/>
        </pc:sldMkLst>
        <pc:spChg chg="del mod">
          <ac:chgData name="Moshe, Amarech" userId="c7567c6b-5851-43ec-8e3a-a1e12110dacf" providerId="ADAL" clId="{941B2C17-008F-4BB6-8B10-6D9D486E4D5D}" dt="2024-10-09T14:05:31.954" v="65"/>
          <ac:spMkLst>
            <pc:docMk/>
            <pc:sldMk cId="0" sldId="273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96112" y="8714231"/>
            <a:ext cx="5980430" cy="56515"/>
          </a:xfrm>
          <a:custGeom>
            <a:avLst/>
            <a:gdLst/>
            <a:ahLst/>
            <a:cxnLst/>
            <a:rect l="l" t="t" r="r" b="b"/>
            <a:pathLst>
              <a:path w="5980430" h="56515">
                <a:moveTo>
                  <a:pt x="5980176" y="47244"/>
                </a:moveTo>
                <a:lnTo>
                  <a:pt x="0" y="47244"/>
                </a:lnTo>
                <a:lnTo>
                  <a:pt x="0" y="56388"/>
                </a:lnTo>
                <a:lnTo>
                  <a:pt x="5980176" y="56388"/>
                </a:lnTo>
                <a:lnTo>
                  <a:pt x="5980176" y="47244"/>
                </a:lnTo>
                <a:close/>
              </a:path>
              <a:path w="5980430" h="56515">
                <a:moveTo>
                  <a:pt x="5980176" y="0"/>
                </a:moveTo>
                <a:lnTo>
                  <a:pt x="0" y="0"/>
                </a:lnTo>
                <a:lnTo>
                  <a:pt x="0" y="38100"/>
                </a:lnTo>
                <a:lnTo>
                  <a:pt x="5980176" y="38100"/>
                </a:lnTo>
                <a:lnTo>
                  <a:pt x="5980176" y="0"/>
                </a:lnTo>
                <a:close/>
              </a:path>
            </a:pathLst>
          </a:custGeom>
          <a:solidFill>
            <a:srgbClr val="823A0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4399" y="8783550"/>
            <a:ext cx="453389" cy="6019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466822" y="9274556"/>
            <a:ext cx="2836545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400218" y="9274556"/>
            <a:ext cx="510540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9.xml"/><Relationship Id="rId11" Type="http://schemas.openxmlformats.org/officeDocument/2006/relationships/image" Target="../media/image2.jpg"/><Relationship Id="rId5" Type="http://schemas.openxmlformats.org/officeDocument/2006/relationships/slide" Target="slide8.xml"/><Relationship Id="rId10" Type="http://schemas.openxmlformats.org/officeDocument/2006/relationships/slide" Target="slide18.xml"/><Relationship Id="rId4" Type="http://schemas.openxmlformats.org/officeDocument/2006/relationships/slide" Target="slide6.xml"/><Relationship Id="rId9" Type="http://schemas.openxmlformats.org/officeDocument/2006/relationships/slide" Target="slide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incegeorgescountymd.gov/DocumentCenter/View/28436/ePlan-Applicant-User-Guide-20-PDF" TargetMode="External"/><Relationship Id="rId2" Type="http://schemas.openxmlformats.org/officeDocument/2006/relationships/hyperlink" Target="https://www.princegeorgescountymd.gov/DocumentCenter/View/4904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momentumhome.princegeorgescountymd.gov/faqs-2/" TargetMode="External"/><Relationship Id="rId4" Type="http://schemas.openxmlformats.org/officeDocument/2006/relationships/hyperlink" Target="https://dpiepermits.princegeorgescountymd.gov/eplantraining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incegeorgescountymd.gov/DocumentCenter/View/32548/Profile-User-Manual-PDF" TargetMode="External"/><Relationship Id="rId2" Type="http://schemas.openxmlformats.org/officeDocument/2006/relationships/hyperlink" Target="https://momentumhome.princegeorgescountymd.gov/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hyperlink" Target="mailto:test@email.co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3108484"/>
            <a:ext cx="5975985" cy="3240631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800" b="0" dirty="0">
                <a:solidFill>
                  <a:srgbClr val="2E5395"/>
                </a:solidFill>
                <a:latin typeface="Calibri Light"/>
                <a:cs typeface="Calibri Light"/>
              </a:rPr>
              <a:t>Table</a:t>
            </a:r>
            <a:r>
              <a:rPr sz="1800" b="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800" b="0" dirty="0">
                <a:solidFill>
                  <a:srgbClr val="2E5395"/>
                </a:solidFill>
                <a:latin typeface="Calibri Light"/>
                <a:cs typeface="Calibri Light"/>
              </a:rPr>
              <a:t>of</a:t>
            </a:r>
            <a:r>
              <a:rPr sz="1800" b="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800" b="0" spc="-10" dirty="0">
                <a:solidFill>
                  <a:srgbClr val="2E5395"/>
                </a:solidFill>
                <a:latin typeface="Calibri Light"/>
                <a:cs typeface="Calibri Light"/>
              </a:rPr>
              <a:t>Contents</a:t>
            </a:r>
            <a:endParaRPr sz="1800" dirty="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100" spc="-10" dirty="0">
                <a:latin typeface="Calibri"/>
                <a:cs typeface="Calibri"/>
                <a:hlinkClick r:id="rId2" action="ppaction://hlinksldjump"/>
              </a:rPr>
              <a:t>Introduction</a:t>
            </a:r>
            <a:r>
              <a:rPr sz="1100" spc="195" dirty="0">
                <a:latin typeface="Calibri"/>
                <a:cs typeface="Calibri"/>
                <a:hlinkClick r:id="rId2" action="ppaction://hlinksldjump"/>
              </a:rPr>
              <a:t>  </a:t>
            </a:r>
            <a:r>
              <a:rPr sz="1100" spc="-10" dirty="0">
                <a:latin typeface="Calibri"/>
                <a:cs typeface="Calibri"/>
                <a:hlinkClick r:id="rId2" action="ppaction://hlinksldjump"/>
              </a:rPr>
              <a:t>..................................................................................................................................................</a:t>
            </a:r>
            <a:r>
              <a:rPr sz="1100" spc="415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100" spc="-50" dirty="0">
                <a:latin typeface="Calibri"/>
                <a:cs typeface="Calibri"/>
                <a:hlinkClick r:id="rId2" action="ppaction://hlinksldjump"/>
              </a:rPr>
              <a:t>2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Calibri"/>
                <a:cs typeface="Calibri"/>
                <a:hlinkClick r:id="rId2" action="ppaction://hlinksldjump"/>
              </a:rPr>
              <a:t>Getting</a:t>
            </a:r>
            <a:r>
              <a:rPr sz="1100" spc="130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2" action="ppaction://hlinksldjump"/>
              </a:rPr>
              <a:t>Started:</a:t>
            </a:r>
            <a:r>
              <a:rPr sz="1100" spc="150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2" action="ppaction://hlinksldjump"/>
              </a:rPr>
              <a:t>Helpful</a:t>
            </a:r>
            <a:r>
              <a:rPr sz="1100" spc="140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2" action="ppaction://hlinksldjump"/>
              </a:rPr>
              <a:t>Information</a:t>
            </a:r>
            <a:r>
              <a:rPr sz="1100" spc="120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100" spc="-10" dirty="0">
                <a:latin typeface="Calibri"/>
                <a:cs typeface="Calibri"/>
                <a:hlinkClick r:id="rId2" action="ppaction://hlinksldjump"/>
              </a:rPr>
              <a:t>Links</a:t>
            </a:r>
            <a:r>
              <a:rPr sz="1100" spc="-114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100" spc="-10" dirty="0">
                <a:latin typeface="Calibri"/>
                <a:cs typeface="Calibri"/>
                <a:hlinkClick r:id="rId2" action="ppaction://hlinksldjump"/>
              </a:rPr>
              <a:t>...................................................................................................</a:t>
            </a:r>
            <a:r>
              <a:rPr sz="1100" spc="-50" dirty="0">
                <a:latin typeface="Calibri"/>
                <a:cs typeface="Calibri"/>
                <a:hlinkClick r:id="rId2" action="ppaction://hlinksldjump"/>
              </a:rPr>
              <a:t> 2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Calibri"/>
                <a:cs typeface="Calibri"/>
                <a:hlinkClick r:id="rId3" action="ppaction://hlinksldjump"/>
              </a:rPr>
              <a:t>Submit</a:t>
            </a:r>
            <a:r>
              <a:rPr sz="1100" spc="235" dirty="0"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3" action="ppaction://hlinksldjump"/>
              </a:rPr>
              <a:t>Application</a:t>
            </a:r>
            <a:r>
              <a:rPr sz="1100" spc="225" dirty="0"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3" action="ppaction://hlinksldjump"/>
              </a:rPr>
              <a:t>in</a:t>
            </a:r>
            <a:r>
              <a:rPr sz="1100" spc="200" dirty="0"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1100" spc="-10" dirty="0">
                <a:latin typeface="Calibri"/>
                <a:cs typeface="Calibri"/>
                <a:hlinkClick r:id="rId3" action="ppaction://hlinksldjump"/>
              </a:rPr>
              <a:t>Momentum</a:t>
            </a:r>
            <a:r>
              <a:rPr sz="1100" spc="-60" dirty="0"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1100" spc="-10" dirty="0">
                <a:latin typeface="Calibri"/>
                <a:cs typeface="Calibri"/>
                <a:hlinkClick r:id="rId3" action="ppaction://hlinksldjump"/>
              </a:rPr>
              <a:t>................................................................................................................</a:t>
            </a:r>
            <a:r>
              <a:rPr sz="1100" dirty="0"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1100" spc="-50" dirty="0">
                <a:latin typeface="Calibri"/>
                <a:cs typeface="Calibri"/>
                <a:hlinkClick r:id="rId3" action="ppaction://hlinksldjump"/>
              </a:rPr>
              <a:t>3</a:t>
            </a:r>
            <a:endParaRPr sz="1100" dirty="0">
              <a:latin typeface="Calibri"/>
              <a:cs typeface="Calibri"/>
            </a:endParaRPr>
          </a:p>
          <a:p>
            <a:pPr marL="431165" indent="-278765">
              <a:lnSpc>
                <a:spcPct val="100000"/>
              </a:lnSpc>
              <a:spcBef>
                <a:spcPts val="635"/>
              </a:spcBef>
              <a:buAutoNum type="alphaUcPeriod"/>
              <a:tabLst>
                <a:tab pos="431165" algn="l"/>
              </a:tabLst>
            </a:pPr>
            <a:r>
              <a:rPr sz="1100" dirty="0">
                <a:latin typeface="Calibri"/>
                <a:cs typeface="Calibri"/>
                <a:hlinkClick r:id="rId3" action="ppaction://hlinksldjump"/>
              </a:rPr>
              <a:t>Application</a:t>
            </a:r>
            <a:r>
              <a:rPr sz="1100" spc="135" dirty="0">
                <a:latin typeface="Calibri"/>
                <a:cs typeface="Calibri"/>
                <a:hlinkClick r:id="rId3" action="ppaction://hlinksldjump"/>
              </a:rPr>
              <a:t>  </a:t>
            </a:r>
            <a:r>
              <a:rPr sz="1100" spc="-10" dirty="0">
                <a:latin typeface="Calibri"/>
                <a:cs typeface="Calibri"/>
                <a:hlinkClick r:id="rId3" action="ppaction://hlinksldjump"/>
              </a:rPr>
              <a:t>Information</a:t>
            </a:r>
            <a:r>
              <a:rPr sz="1100" spc="10" dirty="0"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1100" spc="-10" dirty="0">
                <a:latin typeface="Calibri"/>
                <a:cs typeface="Calibri"/>
                <a:hlinkClick r:id="rId3" action="ppaction://hlinksldjump"/>
              </a:rPr>
              <a:t>....................................................................................................................</a:t>
            </a:r>
            <a:r>
              <a:rPr sz="1100" spc="165" dirty="0"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1100" spc="-50" dirty="0">
                <a:latin typeface="Calibri"/>
                <a:cs typeface="Calibri"/>
                <a:hlinkClick r:id="rId3" action="ppaction://hlinksldjump"/>
              </a:rPr>
              <a:t>3</a:t>
            </a:r>
            <a:endParaRPr sz="1100" dirty="0">
              <a:latin typeface="Calibri"/>
              <a:cs typeface="Calibri"/>
            </a:endParaRPr>
          </a:p>
          <a:p>
            <a:pPr marL="431165" indent="-278765">
              <a:lnSpc>
                <a:spcPct val="100000"/>
              </a:lnSpc>
              <a:spcBef>
                <a:spcPts val="625"/>
              </a:spcBef>
              <a:buAutoNum type="alphaUcPeriod"/>
              <a:tabLst>
                <a:tab pos="431165" algn="l"/>
              </a:tabLst>
            </a:pPr>
            <a:r>
              <a:rPr sz="1100" dirty="0">
                <a:latin typeface="Calibri"/>
                <a:cs typeface="Calibri"/>
                <a:hlinkClick r:id="rId4" action="ppaction://hlinksldjump"/>
              </a:rPr>
              <a:t>Complete</a:t>
            </a:r>
            <a:r>
              <a:rPr sz="1100" spc="225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4" action="ppaction://hlinksldjump"/>
              </a:rPr>
              <a:t>Application</a:t>
            </a:r>
            <a:r>
              <a:rPr sz="1100" spc="220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4" action="ppaction://hlinksldjump"/>
              </a:rPr>
              <a:t>Fields</a:t>
            </a:r>
            <a:r>
              <a:rPr sz="1100" spc="180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1100" spc="-10" dirty="0">
                <a:latin typeface="Calibri"/>
                <a:cs typeface="Calibri"/>
                <a:hlinkClick r:id="rId4" action="ppaction://hlinksldjump"/>
              </a:rPr>
              <a:t>.............................................................................................................</a:t>
            </a:r>
            <a:r>
              <a:rPr sz="1100" spc="10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1100" spc="-50" dirty="0">
                <a:latin typeface="Calibri"/>
                <a:cs typeface="Calibri"/>
                <a:hlinkClick r:id="rId4" action="ppaction://hlinksldjump"/>
              </a:rPr>
              <a:t>6</a:t>
            </a:r>
            <a:endParaRPr sz="1100" dirty="0">
              <a:latin typeface="Calibri"/>
              <a:cs typeface="Calibri"/>
            </a:endParaRPr>
          </a:p>
          <a:p>
            <a:pPr marL="431800" indent="-279400">
              <a:lnSpc>
                <a:spcPct val="100000"/>
              </a:lnSpc>
              <a:spcBef>
                <a:spcPts val="635"/>
              </a:spcBef>
              <a:buAutoNum type="alphaUcPeriod"/>
              <a:tabLst>
                <a:tab pos="431800" algn="l"/>
              </a:tabLst>
            </a:pPr>
            <a:r>
              <a:rPr sz="1100" dirty="0">
                <a:latin typeface="Calibri"/>
                <a:cs typeface="Calibri"/>
                <a:hlinkClick r:id="rId5" action="ppaction://hlinksldjump"/>
              </a:rPr>
              <a:t>Review</a:t>
            </a:r>
            <a:r>
              <a:rPr sz="1100" spc="210" dirty="0">
                <a:latin typeface="Calibri"/>
                <a:cs typeface="Calibri"/>
                <a:hlinkClick r:id="rId5" action="ppaction://hlinksldjump"/>
              </a:rPr>
              <a:t>  </a:t>
            </a:r>
            <a:r>
              <a:rPr sz="1100" spc="-10" dirty="0">
                <a:latin typeface="Calibri"/>
                <a:cs typeface="Calibri"/>
                <a:hlinkClick r:id="rId5" action="ppaction://hlinksldjump"/>
              </a:rPr>
              <a:t>Application............................................................................................................................</a:t>
            </a:r>
            <a:r>
              <a:rPr sz="1100" spc="22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1100" spc="-50" dirty="0">
                <a:latin typeface="Calibri"/>
                <a:cs typeface="Calibri"/>
                <a:hlinkClick r:id="rId5" action="ppaction://hlinksldjump"/>
              </a:rPr>
              <a:t>8</a:t>
            </a:r>
            <a:endParaRPr sz="1100" dirty="0">
              <a:latin typeface="Calibri"/>
              <a:cs typeface="Calibri"/>
            </a:endParaRPr>
          </a:p>
          <a:p>
            <a:pPr marL="431800" indent="-278765">
              <a:lnSpc>
                <a:spcPct val="100000"/>
              </a:lnSpc>
              <a:spcBef>
                <a:spcPts val="625"/>
              </a:spcBef>
              <a:buAutoNum type="alphaUcPeriod"/>
              <a:tabLst>
                <a:tab pos="431800" algn="l"/>
              </a:tabLst>
            </a:pPr>
            <a:r>
              <a:rPr sz="1100" dirty="0">
                <a:latin typeface="Calibri"/>
                <a:cs typeface="Calibri"/>
                <a:hlinkClick r:id="rId6" action="ppaction://hlinksldjump"/>
              </a:rPr>
              <a:t>Upload</a:t>
            </a:r>
            <a:r>
              <a:rPr sz="1100" spc="260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6" action="ppaction://hlinksldjump"/>
              </a:rPr>
              <a:t>Application</a:t>
            </a:r>
            <a:r>
              <a:rPr sz="1100" spc="265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100" spc="-10" dirty="0">
                <a:latin typeface="Calibri"/>
                <a:cs typeface="Calibri"/>
                <a:hlinkClick r:id="rId6" action="ppaction://hlinksldjump"/>
              </a:rPr>
              <a:t>Document(s)</a:t>
            </a:r>
            <a:r>
              <a:rPr sz="1100" spc="55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100" spc="-10" dirty="0">
                <a:latin typeface="Calibri"/>
                <a:cs typeface="Calibri"/>
                <a:hlinkClick r:id="rId6" action="ppaction://hlinksldjump"/>
              </a:rPr>
              <a:t>......................................................................................................</a:t>
            </a:r>
            <a:r>
              <a:rPr sz="1100" spc="25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100" spc="-50" dirty="0">
                <a:latin typeface="Calibri"/>
                <a:cs typeface="Calibri"/>
                <a:hlinkClick r:id="rId6" action="ppaction://hlinksldjump"/>
              </a:rPr>
              <a:t>9</a:t>
            </a:r>
            <a:endParaRPr sz="1100" dirty="0">
              <a:latin typeface="Calibri"/>
              <a:cs typeface="Calibri"/>
            </a:endParaRPr>
          </a:p>
          <a:p>
            <a:pPr marL="431800" indent="-278765">
              <a:lnSpc>
                <a:spcPct val="100000"/>
              </a:lnSpc>
              <a:spcBef>
                <a:spcPts val="640"/>
              </a:spcBef>
              <a:buAutoNum type="alphaUcPeriod"/>
              <a:tabLst>
                <a:tab pos="431800" algn="l"/>
              </a:tabLst>
            </a:pPr>
            <a:r>
              <a:rPr sz="1100" dirty="0">
                <a:latin typeface="Calibri"/>
                <a:cs typeface="Calibri"/>
                <a:hlinkClick r:id="rId7" action="ppaction://hlinksldjump"/>
              </a:rPr>
              <a:t>Application</a:t>
            </a:r>
            <a:r>
              <a:rPr sz="1100" spc="185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7" action="ppaction://hlinksldjump"/>
              </a:rPr>
              <a:t>Review</a:t>
            </a:r>
            <a:r>
              <a:rPr sz="1100" spc="200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7" action="ppaction://hlinksldjump"/>
              </a:rPr>
              <a:t>and</a:t>
            </a:r>
            <a:r>
              <a:rPr sz="1100" spc="185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100" spc="-10" dirty="0">
                <a:latin typeface="Calibri"/>
                <a:cs typeface="Calibri"/>
                <a:hlinkClick r:id="rId7" action="ppaction://hlinksldjump"/>
              </a:rPr>
              <a:t>Approval</a:t>
            </a:r>
            <a:r>
              <a:rPr sz="1100" spc="-35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100" spc="-10" dirty="0">
                <a:latin typeface="Calibri"/>
                <a:cs typeface="Calibri"/>
                <a:hlinkClick r:id="rId7" action="ppaction://hlinksldjump"/>
              </a:rPr>
              <a:t>...................................................................................................</a:t>
            </a:r>
            <a:r>
              <a:rPr sz="1100" spc="-45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100" spc="-25" dirty="0">
                <a:latin typeface="Calibri"/>
                <a:cs typeface="Calibri"/>
                <a:hlinkClick r:id="rId7" action="ppaction://hlinksldjump"/>
              </a:rPr>
              <a:t>12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100" dirty="0">
                <a:latin typeface="Calibri"/>
                <a:cs typeface="Calibri"/>
                <a:hlinkClick r:id="rId8" action="ppaction://hlinksldjump"/>
              </a:rPr>
              <a:t>Upload</a:t>
            </a:r>
            <a:r>
              <a:rPr sz="1100" spc="200" dirty="0"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8" action="ppaction://hlinksldjump"/>
              </a:rPr>
              <a:t>Drawings</a:t>
            </a:r>
            <a:r>
              <a:rPr sz="1100" spc="215" dirty="0"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8" action="ppaction://hlinksldjump"/>
              </a:rPr>
              <a:t>in</a:t>
            </a:r>
            <a:r>
              <a:rPr sz="1100" spc="185" dirty="0"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8" action="ppaction://hlinksldjump"/>
              </a:rPr>
              <a:t>ePlan</a:t>
            </a:r>
            <a:r>
              <a:rPr sz="1100" spc="170" dirty="0"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100" spc="-10" dirty="0">
                <a:latin typeface="Calibri"/>
                <a:cs typeface="Calibri"/>
                <a:hlinkClick r:id="rId8" action="ppaction://hlinksldjump"/>
              </a:rPr>
              <a:t>...........................................................................................................................</a:t>
            </a:r>
            <a:r>
              <a:rPr sz="1100" spc="-40" dirty="0"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100" spc="-25" dirty="0">
                <a:latin typeface="Calibri"/>
                <a:cs typeface="Calibri"/>
                <a:hlinkClick r:id="rId8" action="ppaction://hlinksldjump"/>
              </a:rPr>
              <a:t>13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Calibri"/>
                <a:cs typeface="Calibri"/>
                <a:hlinkClick r:id="rId9" action="ppaction://hlinksldjump"/>
              </a:rPr>
              <a:t>Plan</a:t>
            </a:r>
            <a:r>
              <a:rPr sz="1100" spc="275" dirty="0">
                <a:latin typeface="Calibri"/>
                <a:cs typeface="Calibri"/>
                <a:hlinkClick r:id="rId9" action="ppaction://hlinksldjump"/>
              </a:rPr>
              <a:t>  </a:t>
            </a:r>
            <a:r>
              <a:rPr sz="1100" spc="-10" dirty="0">
                <a:latin typeface="Calibri"/>
                <a:cs typeface="Calibri"/>
                <a:hlinkClick r:id="rId9" action="ppaction://hlinksldjump"/>
              </a:rPr>
              <a:t>Screening.............................................................................................................................................</a:t>
            </a:r>
            <a:r>
              <a:rPr sz="1100" spc="254" dirty="0"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100" spc="-25" dirty="0">
                <a:latin typeface="Calibri"/>
                <a:cs typeface="Calibri"/>
                <a:hlinkClick r:id="rId9" action="ppaction://hlinksldjump"/>
              </a:rPr>
              <a:t>16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dirty="0">
                <a:latin typeface="Calibri"/>
                <a:cs typeface="Calibri"/>
                <a:hlinkClick r:id="rId9" action="ppaction://hlinksldjump"/>
              </a:rPr>
              <a:t>Applicant</a:t>
            </a:r>
            <a:r>
              <a:rPr sz="1100" spc="335" dirty="0"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9" action="ppaction://hlinksldjump"/>
              </a:rPr>
              <a:t>Fee</a:t>
            </a:r>
            <a:r>
              <a:rPr sz="1100" spc="305" dirty="0"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100" spc="-10" dirty="0">
                <a:latin typeface="Calibri"/>
                <a:cs typeface="Calibri"/>
                <a:hlinkClick r:id="rId9" action="ppaction://hlinksldjump"/>
              </a:rPr>
              <a:t>Payment</a:t>
            </a:r>
            <a:r>
              <a:rPr sz="1100" spc="110" dirty="0"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100" spc="-10" dirty="0">
                <a:latin typeface="Calibri"/>
                <a:cs typeface="Calibri"/>
                <a:hlinkClick r:id="rId9" action="ppaction://hlinksldjump"/>
              </a:rPr>
              <a:t>...............................................................................................................................</a:t>
            </a:r>
            <a:r>
              <a:rPr sz="1100" spc="15" dirty="0"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1100" spc="-25" dirty="0">
                <a:latin typeface="Calibri"/>
                <a:cs typeface="Calibri"/>
                <a:hlinkClick r:id="rId9" action="ppaction://hlinksldjump"/>
              </a:rPr>
              <a:t>16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Calibri"/>
                <a:cs typeface="Calibri"/>
                <a:hlinkClick r:id="rId10" action="ppaction://hlinksldjump"/>
              </a:rPr>
              <a:t>Approved</a:t>
            </a:r>
            <a:r>
              <a:rPr sz="1100" spc="185" dirty="0"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10" action="ppaction://hlinksldjump"/>
              </a:rPr>
              <a:t>Plans</a:t>
            </a:r>
            <a:r>
              <a:rPr sz="1100" spc="215" dirty="0"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10" action="ppaction://hlinksldjump"/>
              </a:rPr>
              <a:t>and</a:t>
            </a:r>
            <a:r>
              <a:rPr sz="1100" spc="185" dirty="0"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100" dirty="0">
                <a:latin typeface="Calibri"/>
                <a:cs typeface="Calibri"/>
                <a:hlinkClick r:id="rId10" action="ppaction://hlinksldjump"/>
              </a:rPr>
              <a:t>Permit</a:t>
            </a:r>
            <a:r>
              <a:rPr sz="1100" spc="160" dirty="0"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100" spc="-10" dirty="0">
                <a:latin typeface="Calibri"/>
                <a:cs typeface="Calibri"/>
                <a:hlinkClick r:id="rId10" action="ppaction://hlinksldjump"/>
              </a:rPr>
              <a:t>........................................................................................................................</a:t>
            </a:r>
            <a:r>
              <a:rPr sz="1100" spc="-40" dirty="0"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1100" spc="-25" dirty="0">
                <a:latin typeface="Calibri"/>
                <a:cs typeface="Calibri"/>
                <a:hlinkClick r:id="rId10" action="ppaction://hlinksldjump"/>
              </a:rPr>
              <a:t>18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04346" y="1374652"/>
            <a:ext cx="1586104" cy="145514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186790"/>
            <a:ext cx="5941695" cy="18300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420"/>
              </a:spcBef>
            </a:pP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Introduction</a:t>
            </a:r>
            <a:endParaRPr sz="1600">
              <a:latin typeface="Calibri Light"/>
              <a:cs typeface="Calibri Light"/>
            </a:endParaRPr>
          </a:p>
          <a:p>
            <a:pPr marL="12700" marR="74295">
              <a:lnSpc>
                <a:spcPct val="110000"/>
              </a:lnSpc>
              <a:spcBef>
                <a:spcPts val="95"/>
              </a:spcBef>
            </a:pPr>
            <a:r>
              <a:rPr sz="1200" dirty="0">
                <a:latin typeface="Calibri"/>
                <a:cs typeface="Calibri"/>
              </a:rPr>
              <a:t>Welcome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Prince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George’s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County’s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Momentum,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new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online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system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allows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customers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submit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applications,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upload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documentation,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payments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online.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applications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been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reviewed and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approved,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customers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print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licenses/permits</a:t>
            </a:r>
            <a:r>
              <a:rPr sz="1200" spc="-25" dirty="0">
                <a:latin typeface="Calibri"/>
                <a:cs typeface="Calibri"/>
              </a:rPr>
              <a:t> at </a:t>
            </a:r>
            <a:r>
              <a:rPr sz="1200" dirty="0">
                <a:latin typeface="Calibri"/>
                <a:cs typeface="Calibri"/>
              </a:rPr>
              <a:t>work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home.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9600"/>
              </a:lnSpc>
              <a:spcBef>
                <a:spcPts val="800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guide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basic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steps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involved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utilizing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system.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been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prepared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as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general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reference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guide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intended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present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every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detail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situation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</a:t>
            </a:r>
            <a:r>
              <a:rPr sz="1200" spc="5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process.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01700" y="3461791"/>
            <a:ext cx="5467350" cy="2422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4980" algn="ctr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Getting</a:t>
            </a:r>
            <a:r>
              <a:rPr sz="1600" b="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Started:</a:t>
            </a:r>
            <a:r>
              <a:rPr sz="1600" b="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Helpful</a:t>
            </a:r>
            <a:r>
              <a:rPr sz="1600" b="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Information</a:t>
            </a:r>
            <a:r>
              <a:rPr sz="1600" b="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Links</a:t>
            </a: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ct val="114300"/>
              </a:lnSpc>
              <a:spcBef>
                <a:spcPts val="1695"/>
              </a:spcBef>
            </a:pP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You</a:t>
            </a:r>
            <a:r>
              <a:rPr sz="1200" spc="-25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will</a:t>
            </a:r>
            <a:r>
              <a:rPr sz="1200" spc="-25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use</a:t>
            </a:r>
            <a:r>
              <a:rPr sz="1200" spc="-25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the</a:t>
            </a:r>
            <a:r>
              <a:rPr sz="1200" spc="-10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ePlan</a:t>
            </a:r>
            <a:r>
              <a:rPr sz="1200" spc="-20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system</a:t>
            </a:r>
            <a:r>
              <a:rPr sz="1200" spc="-15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in</a:t>
            </a:r>
            <a:r>
              <a:rPr sz="1200" spc="-5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conjunction</a:t>
            </a:r>
            <a:r>
              <a:rPr sz="1200" spc="-25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with</a:t>
            </a:r>
            <a:r>
              <a:rPr sz="1200" spc="-20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Momentum</a:t>
            </a:r>
            <a:r>
              <a:rPr sz="1200" spc="-30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to</a:t>
            </a:r>
            <a:r>
              <a:rPr sz="1200" spc="-20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upload</a:t>
            </a:r>
            <a:r>
              <a:rPr sz="1200" spc="-20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your</a:t>
            </a:r>
            <a:r>
              <a:rPr sz="1200" spc="-30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plans.</a:t>
            </a:r>
            <a:r>
              <a:rPr sz="1200" spc="-30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353431"/>
                </a:solidFill>
                <a:latin typeface="Calibri"/>
                <a:cs typeface="Calibri"/>
              </a:rPr>
              <a:t>The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following</a:t>
            </a:r>
            <a:r>
              <a:rPr sz="1200" spc="-20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links</a:t>
            </a:r>
            <a:r>
              <a:rPr sz="1200" spc="-20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provide</a:t>
            </a:r>
            <a:r>
              <a:rPr sz="1200" spc="-25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helpful</a:t>
            </a:r>
            <a:r>
              <a:rPr sz="1200" spc="-15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information</a:t>
            </a:r>
            <a:r>
              <a:rPr sz="1200" spc="-15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guides</a:t>
            </a:r>
            <a:r>
              <a:rPr sz="1200" spc="-15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and</a:t>
            </a:r>
            <a:r>
              <a:rPr sz="1200" spc="-25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a</a:t>
            </a:r>
            <a:r>
              <a:rPr sz="1200" spc="-15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"How</a:t>
            </a:r>
            <a:r>
              <a:rPr sz="1200" spc="-15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to"</a:t>
            </a:r>
            <a:r>
              <a:rPr sz="1200" spc="-20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video</a:t>
            </a:r>
            <a:r>
              <a:rPr sz="1200" spc="-15" dirty="0">
                <a:solidFill>
                  <a:srgbClr val="35343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53431"/>
                </a:solidFill>
                <a:latin typeface="Calibri"/>
                <a:cs typeface="Calibri"/>
              </a:rPr>
              <a:t>on</a:t>
            </a:r>
            <a:r>
              <a:rPr sz="1200" spc="-10" dirty="0">
                <a:solidFill>
                  <a:srgbClr val="353431"/>
                </a:solidFill>
                <a:latin typeface="Calibri"/>
                <a:cs typeface="Calibri"/>
              </a:rPr>
              <a:t> ePlan.</a:t>
            </a:r>
            <a:endParaRPr sz="1200">
              <a:latin typeface="Calibri"/>
              <a:cs typeface="Calibri"/>
            </a:endParaRPr>
          </a:p>
          <a:p>
            <a:pPr marL="1850389" marR="1340485" algn="ctr">
              <a:lnSpc>
                <a:spcPct val="220000"/>
              </a:lnSpc>
              <a:spcBef>
                <a:spcPts val="340"/>
              </a:spcBef>
            </a:pPr>
            <a:r>
              <a:rPr sz="11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2"/>
              </a:rPr>
              <a:t>ePlan</a:t>
            </a:r>
            <a:r>
              <a:rPr sz="11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1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2"/>
              </a:rPr>
              <a:t>Applicant</a:t>
            </a:r>
            <a:r>
              <a:rPr sz="11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1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2"/>
              </a:rPr>
              <a:t>Quick</a:t>
            </a:r>
            <a:r>
              <a:rPr sz="1100" b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1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2"/>
              </a:rPr>
              <a:t>Start</a:t>
            </a:r>
            <a:r>
              <a:rPr sz="1100" b="1" u="sng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1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2"/>
              </a:rPr>
              <a:t>Guide</a:t>
            </a:r>
            <a:r>
              <a:rPr sz="1100" b="1" u="none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3"/>
              </a:rPr>
              <a:t>ePlan</a:t>
            </a:r>
            <a:r>
              <a:rPr sz="1100" b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3"/>
              </a:rPr>
              <a:t>Applicant</a:t>
            </a:r>
            <a:r>
              <a:rPr sz="11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3"/>
              </a:rPr>
              <a:t>User</a:t>
            </a:r>
            <a:r>
              <a:rPr sz="11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3"/>
              </a:rPr>
              <a:t>Guide</a:t>
            </a:r>
            <a:r>
              <a:rPr sz="11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3"/>
              </a:rPr>
              <a:t>2.0</a:t>
            </a:r>
            <a:endParaRPr sz="1100">
              <a:latin typeface="Arial"/>
              <a:cs typeface="Arial"/>
            </a:endParaRPr>
          </a:p>
          <a:p>
            <a:pPr marL="1687195" marR="1176020" algn="ctr">
              <a:lnSpc>
                <a:spcPct val="220000"/>
              </a:lnSpc>
              <a:spcBef>
                <a:spcPts val="10"/>
              </a:spcBef>
            </a:pPr>
            <a:r>
              <a:rPr sz="11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4"/>
              </a:rPr>
              <a:t>ePlan</a:t>
            </a:r>
            <a:r>
              <a:rPr sz="1100" b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1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4"/>
              </a:rPr>
              <a:t>System</a:t>
            </a:r>
            <a:r>
              <a:rPr sz="1100" b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1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4"/>
              </a:rPr>
              <a:t>Applicant</a:t>
            </a:r>
            <a:r>
              <a:rPr sz="1100" b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1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4"/>
              </a:rPr>
              <a:t>Training</a:t>
            </a:r>
            <a:r>
              <a:rPr sz="1100" b="1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1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4"/>
              </a:rPr>
              <a:t>Video</a:t>
            </a:r>
            <a:r>
              <a:rPr sz="1100" b="1" u="none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Momentum</a:t>
            </a:r>
            <a:r>
              <a:rPr sz="1100" b="1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100" b="1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FAQ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419" y="892555"/>
            <a:ext cx="6009339" cy="26180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Submit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Application</a:t>
            </a:r>
            <a:r>
              <a:rPr sz="1600" b="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in</a:t>
            </a:r>
            <a:r>
              <a:rPr sz="1600" b="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Momentum</a:t>
            </a:r>
            <a:endParaRPr sz="1600" dirty="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1300" b="0" dirty="0">
                <a:solidFill>
                  <a:srgbClr val="2E5395"/>
                </a:solidFill>
                <a:latin typeface="Calibri Light"/>
                <a:cs typeface="Calibri Light"/>
              </a:rPr>
              <a:t>A.</a:t>
            </a:r>
            <a:r>
              <a:rPr sz="1300" b="0" spc="4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b="0" dirty="0">
                <a:solidFill>
                  <a:srgbClr val="2E5395"/>
                </a:solidFill>
                <a:latin typeface="Calibri Light"/>
                <a:cs typeface="Calibri Light"/>
              </a:rPr>
              <a:t>Application</a:t>
            </a:r>
            <a:r>
              <a:rPr sz="1300" b="0" spc="-1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b="0" spc="-10" dirty="0">
                <a:solidFill>
                  <a:srgbClr val="2E5395"/>
                </a:solidFill>
                <a:latin typeface="Calibri Light"/>
                <a:cs typeface="Calibri Light"/>
              </a:rPr>
              <a:t>Information</a:t>
            </a:r>
            <a:endParaRPr sz="1300" dirty="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1: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Visit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website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https://momentumhome.princegeorgescountymd.gov/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2: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login</a:t>
            </a:r>
            <a:r>
              <a:rPr sz="1100" spc="-10" dirty="0">
                <a:latin typeface="Calibri"/>
                <a:cs typeface="Calibri"/>
              </a:rPr>
              <a:t> button</a:t>
            </a:r>
            <a:endParaRPr sz="1100" dirty="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795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3: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Username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Password.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Refer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Profile</a:t>
            </a:r>
            <a:r>
              <a:rPr sz="1100" b="1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User</a:t>
            </a:r>
            <a:r>
              <a:rPr sz="11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1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Manual</a:t>
            </a:r>
            <a:r>
              <a:rPr sz="1100" b="1" u="none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on</a:t>
            </a:r>
            <a:r>
              <a:rPr sz="1100" u="none" spc="-1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how</a:t>
            </a:r>
            <a:r>
              <a:rPr sz="1100" u="none" spc="-1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to</a:t>
            </a:r>
            <a:r>
              <a:rPr sz="1100" u="none" spc="-1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create</a:t>
            </a:r>
            <a:r>
              <a:rPr sz="1100" u="none" spc="-10" dirty="0">
                <a:latin typeface="Calibri"/>
                <a:cs typeface="Calibri"/>
              </a:rPr>
              <a:t> </a:t>
            </a:r>
            <a:r>
              <a:rPr sz="1100" u="none" spc="-25" dirty="0">
                <a:latin typeface="Calibri"/>
                <a:cs typeface="Calibri"/>
              </a:rPr>
              <a:t>an </a:t>
            </a:r>
            <a:r>
              <a:rPr sz="1100" u="none" dirty="0">
                <a:latin typeface="Calibri"/>
                <a:cs typeface="Calibri"/>
              </a:rPr>
              <a:t>account</a:t>
            </a:r>
            <a:r>
              <a:rPr sz="1100" u="none" spc="-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if</a:t>
            </a:r>
            <a:r>
              <a:rPr sz="1100" u="none" spc="-1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you</a:t>
            </a:r>
            <a:r>
              <a:rPr sz="1100" u="none" spc="-10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don’t</a:t>
            </a:r>
            <a:r>
              <a:rPr sz="1100" u="none" spc="-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have a</a:t>
            </a:r>
            <a:r>
              <a:rPr sz="1100" u="none" spc="-15" dirty="0">
                <a:latin typeface="Calibri"/>
                <a:cs typeface="Calibri"/>
              </a:rPr>
              <a:t> </a:t>
            </a:r>
            <a:r>
              <a:rPr sz="1100" u="none" spc="-10" dirty="0">
                <a:latin typeface="Calibri"/>
                <a:cs typeface="Calibri"/>
              </a:rPr>
              <a:t>login.</a:t>
            </a:r>
            <a:endParaRPr sz="1100" dirty="0">
              <a:latin typeface="Calibri"/>
              <a:cs typeface="Calibri"/>
            </a:endParaRPr>
          </a:p>
          <a:p>
            <a:pPr marL="12700" marR="71755">
              <a:lnSpc>
                <a:spcPct val="110000"/>
              </a:lnSpc>
              <a:spcBef>
                <a:spcPts val="790"/>
              </a:spcBef>
            </a:pPr>
            <a:r>
              <a:rPr sz="1100" dirty="0">
                <a:latin typeface="Calibri"/>
                <a:cs typeface="Calibri"/>
              </a:rPr>
              <a:t>Choose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want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to”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top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menu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 not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know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what permit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type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needed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for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project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system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guide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 step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6.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Go 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next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step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know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what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permit </a:t>
            </a:r>
            <a:r>
              <a:rPr sz="1100" spc="-25" dirty="0">
                <a:latin typeface="Calibri"/>
                <a:cs typeface="Calibri"/>
              </a:rPr>
              <a:t>is </a:t>
            </a:r>
            <a:r>
              <a:rPr sz="1100" dirty="0">
                <a:latin typeface="Calibri"/>
                <a:cs typeface="Calibri"/>
              </a:rPr>
              <a:t>needed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project.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4: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Momentum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Dashboard,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select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“Apply</a:t>
            </a:r>
            <a:r>
              <a:rPr sz="1100" spc="-10" dirty="0">
                <a:latin typeface="Calibri"/>
                <a:cs typeface="Calibri"/>
              </a:rPr>
              <a:t> Here”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5: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Site Road Permits to select the applicable Site Road application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96886F-9287-CA29-CF57-64B8BAC50D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425"/>
          <a:stretch/>
        </p:blipFill>
        <p:spPr>
          <a:xfrm>
            <a:off x="901419" y="3733801"/>
            <a:ext cx="2908581" cy="260630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08E36DE-27B4-07D3-F2B9-CEA175021297}"/>
              </a:ext>
            </a:extLst>
          </p:cNvPr>
          <p:cNvSpPr/>
          <p:nvPr/>
        </p:nvSpPr>
        <p:spPr>
          <a:xfrm>
            <a:off x="828522" y="5715000"/>
            <a:ext cx="2981478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7C960-1A09-9F00-D6EA-562935905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22" y="6340105"/>
            <a:ext cx="2143278" cy="23600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4080"/>
            <a:ext cx="40411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6: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</a:t>
            </a:r>
            <a:r>
              <a:rPr sz="1100" spc="-10" dirty="0">
                <a:latin typeface="Calibri"/>
                <a:cs typeface="Calibri"/>
              </a:rPr>
              <a:t>drop-</a:t>
            </a:r>
            <a:r>
              <a:rPr sz="1100" dirty="0">
                <a:latin typeface="Calibri"/>
                <a:cs typeface="Calibri"/>
              </a:rPr>
              <a:t>down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menu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select 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case type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permit </a:t>
            </a:r>
            <a:r>
              <a:rPr sz="1100" spc="-20" dirty="0">
                <a:latin typeface="Calibri"/>
                <a:cs typeface="Calibri"/>
              </a:rPr>
              <a:t>type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23925" y="1209560"/>
            <a:ext cx="4596130" cy="3393440"/>
            <a:chOff x="923925" y="1209560"/>
            <a:chExt cx="4596130" cy="3393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5944" y="1219085"/>
              <a:ext cx="4474268" cy="337438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8687" y="1214323"/>
              <a:ext cx="4586605" cy="3383915"/>
            </a:xfrm>
            <a:custGeom>
              <a:avLst/>
              <a:gdLst/>
              <a:ahLst/>
              <a:cxnLst/>
              <a:rect l="l" t="t" r="r" b="b"/>
              <a:pathLst>
                <a:path w="4586605" h="3383915">
                  <a:moveTo>
                    <a:pt x="0" y="0"/>
                  </a:moveTo>
                  <a:lnTo>
                    <a:pt x="4586300" y="0"/>
                  </a:lnTo>
                  <a:lnTo>
                    <a:pt x="4586300" y="3383915"/>
                  </a:lnTo>
                  <a:lnTo>
                    <a:pt x="0" y="33839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559" y="894080"/>
            <a:ext cx="5870575" cy="1899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7: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primary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address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Address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/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Location</a:t>
            </a:r>
            <a:r>
              <a:rPr sz="1100" spc="-10" dirty="0">
                <a:latin typeface="Calibri"/>
                <a:cs typeface="Calibri"/>
              </a:rPr>
              <a:t> Section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985"/>
              </a:spcBef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Add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Address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/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Location</a:t>
            </a:r>
            <a:r>
              <a:rPr sz="1100" spc="-10" dirty="0">
                <a:latin typeface="Calibri"/>
                <a:cs typeface="Calibri"/>
              </a:rPr>
              <a:t> button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95"/>
              </a:spcBef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Calibri"/>
                <a:cs typeface="Calibri"/>
              </a:rPr>
              <a:t>Enter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Tax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Account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#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address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(whichever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specified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application)</a:t>
            </a:r>
            <a:endParaRPr sz="1100">
              <a:latin typeface="Calibri"/>
              <a:cs typeface="Calibri"/>
            </a:endParaRPr>
          </a:p>
          <a:p>
            <a:pPr marL="469900" marR="274955" indent="-228600">
              <a:lnSpc>
                <a:spcPct val="109100"/>
              </a:lnSpc>
              <a:spcBef>
                <a:spcPts val="70"/>
              </a:spcBef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search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(If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match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found,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system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display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tax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account #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address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dirty="0">
                <a:latin typeface="Calibri"/>
                <a:cs typeface="Calibri"/>
              </a:rPr>
              <a:t>results</a:t>
            </a:r>
            <a:r>
              <a:rPr sz="1100" spc="-10" dirty="0">
                <a:latin typeface="Calibri"/>
                <a:cs typeface="Calibri"/>
              </a:rPr>
              <a:t> section)</a:t>
            </a:r>
            <a:endParaRPr sz="1100">
              <a:latin typeface="Calibri"/>
              <a:cs typeface="Calibri"/>
            </a:endParaRPr>
          </a:p>
          <a:p>
            <a:pPr marL="469900" marR="327025" indent="-229235">
              <a:lnSpc>
                <a:spcPct val="1100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Calibri"/>
                <a:cs typeface="Calibri"/>
              </a:rPr>
              <a:t>Select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Tax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Account #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address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results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section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</a:t>
            </a:r>
            <a:r>
              <a:rPr sz="1100" b="1" i="1" dirty="0">
                <a:latin typeface="Calibri"/>
                <a:cs typeface="Calibri"/>
              </a:rPr>
              <a:t>Add</a:t>
            </a:r>
            <a:r>
              <a:rPr sz="1100" b="1" i="1" spc="-1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Address</a:t>
            </a:r>
            <a:r>
              <a:rPr sz="1100" b="1" i="1" spc="-5" dirty="0">
                <a:latin typeface="Calibri"/>
                <a:cs typeface="Calibri"/>
              </a:rPr>
              <a:t> </a:t>
            </a:r>
            <a:r>
              <a:rPr sz="1100" b="1" i="1" spc="-50" dirty="0">
                <a:latin typeface="Calibri"/>
                <a:cs typeface="Calibri"/>
              </a:rPr>
              <a:t>/</a:t>
            </a:r>
            <a:r>
              <a:rPr sz="1100" b="1" i="1" dirty="0">
                <a:latin typeface="Calibri"/>
                <a:cs typeface="Calibri"/>
              </a:rPr>
              <a:t> Location</a:t>
            </a:r>
            <a:r>
              <a:rPr sz="1100" b="1" i="1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button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 associate 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tax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account #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address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application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795"/>
              </a:spcBef>
            </a:pPr>
            <a:r>
              <a:rPr sz="1100" b="1" dirty="0">
                <a:latin typeface="Calibri"/>
                <a:cs typeface="Calibri"/>
              </a:rPr>
              <a:t>Note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ensure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system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locate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address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please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only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enter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Street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#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Street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Name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search.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Do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not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include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any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street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suffix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(e.g.,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RD,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CT,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etc.)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search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419" y="6312137"/>
            <a:ext cx="18084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8: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Continue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154" y="6757774"/>
            <a:ext cx="2125152" cy="21575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157345" y="3099536"/>
            <a:ext cx="3260090" cy="2520950"/>
            <a:chOff x="4157345" y="3099536"/>
            <a:chExt cx="3260090" cy="2520950"/>
          </a:xfrm>
        </p:grpSpPr>
        <p:sp>
          <p:nvSpPr>
            <p:cNvPr id="10" name="object 10"/>
            <p:cNvSpPr/>
            <p:nvPr/>
          </p:nvSpPr>
          <p:spPr>
            <a:xfrm>
              <a:off x="4160520" y="3102711"/>
              <a:ext cx="3253740" cy="2514600"/>
            </a:xfrm>
            <a:custGeom>
              <a:avLst/>
              <a:gdLst/>
              <a:ahLst/>
              <a:cxnLst/>
              <a:rect l="l" t="t" r="r" b="b"/>
              <a:pathLst>
                <a:path w="3253740" h="2514600">
                  <a:moveTo>
                    <a:pt x="0" y="0"/>
                  </a:moveTo>
                  <a:lnTo>
                    <a:pt x="3253739" y="0"/>
                  </a:lnTo>
                  <a:lnTo>
                    <a:pt x="3253739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7823" y="3293346"/>
              <a:ext cx="2621309" cy="792717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7F499C-7E9C-D284-3DDB-54952619D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124200"/>
            <a:ext cx="3399887" cy="2438400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1B2337-959C-DE77-8BED-E0956D7A30D3}"/>
              </a:ext>
            </a:extLst>
          </p:cNvPr>
          <p:cNvSpPr/>
          <p:nvPr/>
        </p:nvSpPr>
        <p:spPr>
          <a:xfrm>
            <a:off x="656348" y="4021394"/>
            <a:ext cx="15240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9AE566-DEFE-0198-4C6B-0188DE5F9D1C}"/>
              </a:ext>
            </a:extLst>
          </p:cNvPr>
          <p:cNvSpPr/>
          <p:nvPr/>
        </p:nvSpPr>
        <p:spPr>
          <a:xfrm>
            <a:off x="656348" y="4679691"/>
            <a:ext cx="15240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957346-8829-6068-79DD-7E619C700264}"/>
              </a:ext>
            </a:extLst>
          </p:cNvPr>
          <p:cNvSpPr/>
          <p:nvPr/>
        </p:nvSpPr>
        <p:spPr>
          <a:xfrm>
            <a:off x="2819400" y="5143050"/>
            <a:ext cx="1009966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5603"/>
            <a:ext cx="5847715" cy="1349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0" dirty="0">
                <a:solidFill>
                  <a:srgbClr val="2E5395"/>
                </a:solidFill>
                <a:latin typeface="Calibri Light"/>
                <a:cs typeface="Calibri Light"/>
              </a:rPr>
              <a:t>B.</a:t>
            </a:r>
            <a:r>
              <a:rPr sz="1300" b="0" spc="4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b="0" dirty="0">
                <a:solidFill>
                  <a:srgbClr val="2E5395"/>
                </a:solidFill>
                <a:latin typeface="Calibri Light"/>
                <a:cs typeface="Calibri Light"/>
              </a:rPr>
              <a:t>Complete</a:t>
            </a:r>
            <a:r>
              <a:rPr sz="1300" b="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b="0" dirty="0">
                <a:solidFill>
                  <a:srgbClr val="2E5395"/>
                </a:solidFill>
                <a:latin typeface="Calibri Light"/>
                <a:cs typeface="Calibri Light"/>
              </a:rPr>
              <a:t>Application</a:t>
            </a:r>
            <a:r>
              <a:rPr sz="1300" b="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b="0" spc="-10" dirty="0">
                <a:solidFill>
                  <a:srgbClr val="2E5395"/>
                </a:solidFill>
                <a:latin typeface="Calibri Light"/>
                <a:cs typeface="Calibri Light"/>
              </a:rPr>
              <a:t>Fields</a:t>
            </a:r>
            <a:endParaRPr sz="13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9:</a:t>
            </a:r>
            <a:r>
              <a:rPr sz="1100" b="1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Complete all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required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fields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application.</a:t>
            </a:r>
            <a:endParaRPr sz="1100">
              <a:latin typeface="Calibri"/>
              <a:cs typeface="Calibri"/>
            </a:endParaRPr>
          </a:p>
          <a:p>
            <a:pPr marL="469265" marR="5080" indent="-457200">
              <a:lnSpc>
                <a:spcPct val="109500"/>
              </a:lnSpc>
              <a:spcBef>
                <a:spcPts val="810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10: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Enter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Prince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George’s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County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Registration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number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registration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number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field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25" dirty="0">
                <a:latin typeface="Calibri"/>
                <a:cs typeface="Calibri"/>
              </a:rPr>
              <a:t> you </a:t>
            </a:r>
            <a:r>
              <a:rPr sz="1100" dirty="0">
                <a:latin typeface="Calibri"/>
                <a:cs typeface="Calibri"/>
              </a:rPr>
              <a:t>already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have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existing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registration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#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(Starts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REG-</a:t>
            </a:r>
            <a:r>
              <a:rPr sz="1100" dirty="0">
                <a:latin typeface="Calibri"/>
                <a:cs typeface="Calibri"/>
              </a:rPr>
              <a:t>).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Otherwise,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leave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field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blank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and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 able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 apply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registration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next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section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</a:t>
            </a:r>
            <a:r>
              <a:rPr sz="1100" spc="-10" dirty="0">
                <a:latin typeface="Calibri"/>
                <a:cs typeface="Calibri"/>
              </a:rPr>
              <a:t>application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5174081"/>
            <a:ext cx="5913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12:</a:t>
            </a:r>
            <a:r>
              <a:rPr sz="1100" b="1" spc="229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1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you</a:t>
            </a:r>
            <a:r>
              <a:rPr sz="11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do</a:t>
            </a:r>
            <a:r>
              <a:rPr sz="11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1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sz="11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1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registration</a:t>
            </a:r>
            <a:r>
              <a:rPr sz="11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#</a:t>
            </a:r>
            <a:r>
              <a:rPr sz="11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Calibri"/>
                <a:cs typeface="Calibri"/>
              </a:rPr>
              <a:t>(</a:t>
            </a:r>
            <a:r>
              <a:rPr sz="1100" b="1" spc="-10" dirty="0">
                <a:solidFill>
                  <a:srgbClr val="333333"/>
                </a:solidFill>
                <a:latin typeface="Calibri"/>
                <a:cs typeface="Calibri"/>
              </a:rPr>
              <a:t>REG-</a:t>
            </a:r>
            <a:r>
              <a:rPr sz="1100" b="1" dirty="0">
                <a:solidFill>
                  <a:srgbClr val="333333"/>
                </a:solidFill>
                <a:latin typeface="Calibri"/>
                <a:cs typeface="Calibri"/>
              </a:rPr>
              <a:t>XXXXX)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,</a:t>
            </a:r>
            <a:r>
              <a:rPr sz="11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please</a:t>
            </a:r>
            <a:r>
              <a:rPr sz="11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proceed</a:t>
            </a:r>
            <a:r>
              <a:rPr sz="11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1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1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REGISTER</a:t>
            </a:r>
            <a:r>
              <a:rPr sz="11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HERE</a:t>
            </a:r>
            <a:r>
              <a:rPr sz="1100" spc="-10" dirty="0">
                <a:solidFill>
                  <a:srgbClr val="333333"/>
                </a:solidFill>
                <a:latin typeface="Calibri"/>
                <a:cs typeface="Calibri"/>
              </a:rPr>
              <a:t> section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1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either</a:t>
            </a:r>
            <a:r>
              <a:rPr sz="11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z="11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individual</a:t>
            </a:r>
            <a:r>
              <a:rPr sz="11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11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1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  <a:cs typeface="Calibri"/>
              </a:rPr>
              <a:t>company</a:t>
            </a:r>
            <a:r>
              <a:rPr sz="11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Calibri"/>
                <a:cs typeface="Calibri"/>
              </a:rPr>
              <a:t>registration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3925" y="2366378"/>
            <a:ext cx="6057900" cy="2242185"/>
            <a:chOff x="923925" y="2366378"/>
            <a:chExt cx="6057900" cy="22421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450" y="2375904"/>
              <a:ext cx="6038456" cy="21157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8687" y="2371140"/>
              <a:ext cx="6048375" cy="2232660"/>
            </a:xfrm>
            <a:custGeom>
              <a:avLst/>
              <a:gdLst/>
              <a:ahLst/>
              <a:cxnLst/>
              <a:rect l="l" t="t" r="r" b="b"/>
              <a:pathLst>
                <a:path w="6048375" h="2232660">
                  <a:moveTo>
                    <a:pt x="0" y="0"/>
                  </a:moveTo>
                  <a:lnTo>
                    <a:pt x="6047994" y="0"/>
                  </a:lnTo>
                  <a:lnTo>
                    <a:pt x="6047994" y="2232660"/>
                  </a:lnTo>
                  <a:lnTo>
                    <a:pt x="0" y="22326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23925" y="5973394"/>
            <a:ext cx="5962650" cy="2554605"/>
            <a:chOff x="923925" y="5973394"/>
            <a:chExt cx="5962650" cy="25546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8525" y="6069721"/>
              <a:ext cx="5696901" cy="23710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28687" y="5978156"/>
              <a:ext cx="5953125" cy="2545080"/>
            </a:xfrm>
            <a:custGeom>
              <a:avLst/>
              <a:gdLst/>
              <a:ahLst/>
              <a:cxnLst/>
              <a:rect l="l" t="t" r="r" b="b"/>
              <a:pathLst>
                <a:path w="5953125" h="2545079">
                  <a:moveTo>
                    <a:pt x="0" y="0"/>
                  </a:moveTo>
                  <a:lnTo>
                    <a:pt x="5953125" y="0"/>
                  </a:lnTo>
                  <a:lnTo>
                    <a:pt x="5953125" y="2545080"/>
                  </a:lnTo>
                  <a:lnTo>
                    <a:pt x="0" y="254508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541" y="877956"/>
            <a:ext cx="5862955" cy="863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>
              <a:lnSpc>
                <a:spcPct val="110000"/>
              </a:lnSpc>
              <a:spcBef>
                <a:spcPts val="95"/>
              </a:spcBef>
            </a:pPr>
            <a:r>
              <a:rPr sz="1100" b="1" dirty="0">
                <a:latin typeface="Calibri"/>
                <a:cs typeface="Calibri"/>
              </a:rPr>
              <a:t>NOTE: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carefully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review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acknowledgment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section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required </a:t>
            </a:r>
            <a:r>
              <a:rPr sz="1100" dirty="0">
                <a:latin typeface="Calibri"/>
                <a:cs typeface="Calibri"/>
              </a:rPr>
              <a:t>fees,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documents,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important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information.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11: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Type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Name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person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completed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application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541" y="3605282"/>
            <a:ext cx="19145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13: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Save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Continue.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682" y="4787795"/>
            <a:ext cx="5614035" cy="478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14: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attachments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section.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save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continue.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919"/>
              </a:spcBef>
            </a:pPr>
            <a:r>
              <a:rPr sz="1100" b="1" dirty="0">
                <a:latin typeface="Calibri"/>
                <a:cs typeface="Calibri"/>
              </a:rPr>
              <a:t>NOTE: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specific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documents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required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uploaded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later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process.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14400" y="1853730"/>
            <a:ext cx="4495800" cy="1085850"/>
            <a:chOff x="914400" y="1853730"/>
            <a:chExt cx="4495800" cy="10858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1653" y="1930987"/>
              <a:ext cx="4239121" cy="90706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23925" y="1863255"/>
              <a:ext cx="4476750" cy="1066800"/>
            </a:xfrm>
            <a:custGeom>
              <a:avLst/>
              <a:gdLst/>
              <a:ahLst/>
              <a:cxnLst/>
              <a:rect l="l" t="t" r="r" b="b"/>
              <a:pathLst>
                <a:path w="4476750" h="1066800">
                  <a:moveTo>
                    <a:pt x="0" y="0"/>
                  </a:moveTo>
                  <a:lnTo>
                    <a:pt x="4476432" y="0"/>
                  </a:lnTo>
                  <a:lnTo>
                    <a:pt x="4476432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26591" y="3922776"/>
            <a:ext cx="2399030" cy="472440"/>
            <a:chOff x="926591" y="3922776"/>
            <a:chExt cx="2399030" cy="47244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591" y="3922776"/>
              <a:ext cx="2398775" cy="4724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1549" y="3968724"/>
              <a:ext cx="2254249" cy="32765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62024" y="3959199"/>
              <a:ext cx="2273300" cy="346710"/>
            </a:xfrm>
            <a:custGeom>
              <a:avLst/>
              <a:gdLst/>
              <a:ahLst/>
              <a:cxnLst/>
              <a:rect l="l" t="t" r="r" b="b"/>
              <a:pathLst>
                <a:path w="2273300" h="346710">
                  <a:moveTo>
                    <a:pt x="0" y="0"/>
                  </a:moveTo>
                  <a:lnTo>
                    <a:pt x="2273300" y="0"/>
                  </a:lnTo>
                  <a:lnTo>
                    <a:pt x="2273300" y="346697"/>
                  </a:lnTo>
                  <a:lnTo>
                    <a:pt x="0" y="34669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26591" y="5390388"/>
            <a:ext cx="6268720" cy="1463040"/>
            <a:chOff x="926591" y="5390388"/>
            <a:chExt cx="6268720" cy="146304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6591" y="5390388"/>
              <a:ext cx="6268211" cy="14630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1549" y="5436022"/>
              <a:ext cx="6123698" cy="131762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62024" y="5426494"/>
              <a:ext cx="6142990" cy="1336675"/>
            </a:xfrm>
            <a:custGeom>
              <a:avLst/>
              <a:gdLst/>
              <a:ahLst/>
              <a:cxnLst/>
              <a:rect l="l" t="t" r="r" b="b"/>
              <a:pathLst>
                <a:path w="6142990" h="1336675">
                  <a:moveTo>
                    <a:pt x="0" y="0"/>
                  </a:moveTo>
                  <a:lnTo>
                    <a:pt x="6142761" y="0"/>
                  </a:lnTo>
                  <a:lnTo>
                    <a:pt x="6142761" y="1336675"/>
                  </a:lnTo>
                  <a:lnTo>
                    <a:pt x="0" y="133667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5603"/>
            <a:ext cx="492887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0" dirty="0">
                <a:solidFill>
                  <a:srgbClr val="2E5395"/>
                </a:solidFill>
                <a:latin typeface="Calibri Light"/>
                <a:cs typeface="Calibri Light"/>
              </a:rPr>
              <a:t>C.</a:t>
            </a:r>
            <a:r>
              <a:rPr sz="1300" b="0" spc="48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b="0" dirty="0">
                <a:solidFill>
                  <a:srgbClr val="2E5395"/>
                </a:solidFill>
                <a:latin typeface="Calibri Light"/>
                <a:cs typeface="Calibri Light"/>
              </a:rPr>
              <a:t>Review</a:t>
            </a:r>
            <a:r>
              <a:rPr sz="1300" b="0" spc="-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b="0" spc="-10" dirty="0">
                <a:solidFill>
                  <a:srgbClr val="2E5395"/>
                </a:solidFill>
                <a:latin typeface="Calibri Light"/>
                <a:cs typeface="Calibri Light"/>
              </a:rPr>
              <a:t>Application</a:t>
            </a:r>
            <a:endParaRPr sz="13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15: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Review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needed,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edit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icon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make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changes.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712346"/>
            <a:ext cx="349122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After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reviewing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scroll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down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Submit.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560" y="3969731"/>
            <a:ext cx="5946140" cy="1235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Once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submitted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Momentum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#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generated.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800"/>
              </a:spcBef>
            </a:pP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PLEASE</a:t>
            </a:r>
            <a:r>
              <a:rPr sz="11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NOTE:</a:t>
            </a: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YOUR</a:t>
            </a:r>
            <a:r>
              <a:rPr sz="11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APPLICATION</a:t>
            </a: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11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YET</a:t>
            </a: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COMPLETE.</a:t>
            </a: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YOU</a:t>
            </a:r>
            <a:r>
              <a:rPr sz="11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MAY</a:t>
            </a:r>
            <a:r>
              <a:rPr sz="11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NEED</a:t>
            </a: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1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UPLOAD</a:t>
            </a:r>
            <a:r>
              <a:rPr sz="11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1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Calibri"/>
                <a:cs typeface="Calibri"/>
              </a:rPr>
              <a:t>REQUIRED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DOCUMENTS</a:t>
            </a:r>
            <a:r>
              <a:rPr sz="11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1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COMPLETE</a:t>
            </a:r>
            <a:r>
              <a:rPr sz="11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YOUR</a:t>
            </a:r>
            <a:r>
              <a:rPr sz="11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APPLICATION</a:t>
            </a:r>
            <a:r>
              <a:rPr sz="11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Calibri"/>
                <a:cs typeface="Calibri"/>
              </a:rPr>
              <a:t>SUBMITTAL.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16: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application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#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link 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view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outstanding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tasks.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14400" y="1703158"/>
            <a:ext cx="5660390" cy="904875"/>
            <a:chOff x="914400" y="1703158"/>
            <a:chExt cx="5660390" cy="9048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450" y="1722208"/>
              <a:ext cx="5621820" cy="8667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23925" y="1712683"/>
              <a:ext cx="5641340" cy="885825"/>
            </a:xfrm>
            <a:custGeom>
              <a:avLst/>
              <a:gdLst/>
              <a:ahLst/>
              <a:cxnLst/>
              <a:rect l="l" t="t" r="r" b="b"/>
              <a:pathLst>
                <a:path w="5641340" h="885825">
                  <a:moveTo>
                    <a:pt x="0" y="0"/>
                  </a:moveTo>
                  <a:lnTo>
                    <a:pt x="5640882" y="0"/>
                  </a:lnTo>
                  <a:lnTo>
                    <a:pt x="5640882" y="885825"/>
                  </a:lnTo>
                  <a:lnTo>
                    <a:pt x="0" y="88582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26592" y="3029711"/>
            <a:ext cx="2533015" cy="544195"/>
            <a:chOff x="926592" y="3029711"/>
            <a:chExt cx="2533015" cy="54419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592" y="3029711"/>
              <a:ext cx="2532887" cy="54406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1550" y="3075444"/>
              <a:ext cx="2388793" cy="39941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62025" y="3065919"/>
              <a:ext cx="2407920" cy="418465"/>
            </a:xfrm>
            <a:custGeom>
              <a:avLst/>
              <a:gdLst/>
              <a:ahLst/>
              <a:cxnLst/>
              <a:rect l="l" t="t" r="r" b="b"/>
              <a:pathLst>
                <a:path w="2407920" h="418464">
                  <a:moveTo>
                    <a:pt x="0" y="0"/>
                  </a:moveTo>
                  <a:lnTo>
                    <a:pt x="2407856" y="0"/>
                  </a:lnTo>
                  <a:lnTo>
                    <a:pt x="2407856" y="418465"/>
                  </a:lnTo>
                  <a:lnTo>
                    <a:pt x="0" y="41846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76262" y="5612244"/>
            <a:ext cx="6310630" cy="2658110"/>
            <a:chOff x="576262" y="5612244"/>
            <a:chExt cx="6310630" cy="265811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9944" y="5682964"/>
              <a:ext cx="5867105" cy="249371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8687" y="5617006"/>
              <a:ext cx="5953125" cy="2648585"/>
            </a:xfrm>
            <a:custGeom>
              <a:avLst/>
              <a:gdLst/>
              <a:ahLst/>
              <a:cxnLst/>
              <a:rect l="l" t="t" r="r" b="b"/>
              <a:pathLst>
                <a:path w="5953125" h="2648584">
                  <a:moveTo>
                    <a:pt x="0" y="0"/>
                  </a:moveTo>
                  <a:lnTo>
                    <a:pt x="5953125" y="0"/>
                  </a:lnTo>
                  <a:lnTo>
                    <a:pt x="5953125" y="2648585"/>
                  </a:lnTo>
                  <a:lnTo>
                    <a:pt x="0" y="264858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50614" y="6327482"/>
              <a:ext cx="123825" cy="78105"/>
            </a:xfrm>
            <a:custGeom>
              <a:avLst/>
              <a:gdLst/>
              <a:ahLst/>
              <a:cxnLst/>
              <a:rect l="l" t="t" r="r" b="b"/>
              <a:pathLst>
                <a:path w="123825" h="78104">
                  <a:moveTo>
                    <a:pt x="123825" y="0"/>
                  </a:moveTo>
                  <a:lnTo>
                    <a:pt x="0" y="0"/>
                  </a:lnTo>
                  <a:lnTo>
                    <a:pt x="0" y="78104"/>
                  </a:lnTo>
                  <a:lnTo>
                    <a:pt x="123825" y="78104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0614" y="6327482"/>
              <a:ext cx="123825" cy="78105"/>
            </a:xfrm>
            <a:custGeom>
              <a:avLst/>
              <a:gdLst/>
              <a:ahLst/>
              <a:cxnLst/>
              <a:rect l="l" t="t" r="r" b="b"/>
              <a:pathLst>
                <a:path w="123825" h="78104">
                  <a:moveTo>
                    <a:pt x="0" y="0"/>
                  </a:moveTo>
                  <a:lnTo>
                    <a:pt x="123825" y="0"/>
                  </a:lnTo>
                  <a:lnTo>
                    <a:pt x="123825" y="78104"/>
                  </a:lnTo>
                  <a:lnTo>
                    <a:pt x="0" y="78104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0550" y="7641700"/>
              <a:ext cx="416559" cy="245110"/>
            </a:xfrm>
            <a:custGeom>
              <a:avLst/>
              <a:gdLst/>
              <a:ahLst/>
              <a:cxnLst/>
              <a:rect l="l" t="t" r="r" b="b"/>
              <a:pathLst>
                <a:path w="416559" h="245109">
                  <a:moveTo>
                    <a:pt x="0" y="0"/>
                  </a:moveTo>
                  <a:lnTo>
                    <a:pt x="416547" y="244513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3081" y="7842007"/>
              <a:ext cx="95885" cy="80645"/>
            </a:xfrm>
            <a:custGeom>
              <a:avLst/>
              <a:gdLst/>
              <a:ahLst/>
              <a:cxnLst/>
              <a:rect l="l" t="t" r="r" b="b"/>
              <a:pathLst>
                <a:path w="95884" h="80645">
                  <a:moveTo>
                    <a:pt x="43395" y="0"/>
                  </a:moveTo>
                  <a:lnTo>
                    <a:pt x="0" y="73926"/>
                  </a:lnTo>
                  <a:lnTo>
                    <a:pt x="95618" y="80365"/>
                  </a:lnTo>
                  <a:lnTo>
                    <a:pt x="433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5603"/>
            <a:ext cx="5204460" cy="989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0" dirty="0">
                <a:solidFill>
                  <a:srgbClr val="2E5395"/>
                </a:solidFill>
                <a:latin typeface="Calibri Light"/>
                <a:cs typeface="Calibri Light"/>
              </a:rPr>
              <a:t>D.</a:t>
            </a:r>
            <a:r>
              <a:rPr sz="1300" b="0" spc="37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b="0" dirty="0">
                <a:solidFill>
                  <a:srgbClr val="2E5395"/>
                </a:solidFill>
                <a:latin typeface="Calibri Light"/>
                <a:cs typeface="Calibri Light"/>
              </a:rPr>
              <a:t>Upload</a:t>
            </a:r>
            <a:r>
              <a:rPr sz="1300" b="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b="0" spc="-10" dirty="0">
                <a:solidFill>
                  <a:srgbClr val="2E5395"/>
                </a:solidFill>
                <a:latin typeface="Calibri Light"/>
                <a:cs typeface="Calibri Light"/>
              </a:rPr>
              <a:t>Application</a:t>
            </a:r>
            <a:r>
              <a:rPr sz="1300" b="0" spc="-1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b="0" spc="-10" dirty="0">
                <a:solidFill>
                  <a:srgbClr val="2E5395"/>
                </a:solidFill>
                <a:latin typeface="Calibri Light"/>
                <a:cs typeface="Calibri Light"/>
              </a:rPr>
              <a:t>Document(s)</a:t>
            </a:r>
            <a:endParaRPr sz="13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17: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dashboard,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locate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view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details</a:t>
            </a:r>
            <a:r>
              <a:rPr sz="1100" spc="-10" dirty="0">
                <a:latin typeface="Calibri"/>
                <a:cs typeface="Calibri"/>
              </a:rPr>
              <a:t> button.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994"/>
              </a:spcBef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Calibri"/>
                <a:cs typeface="Calibri"/>
              </a:rPr>
              <a:t>You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upload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required</a:t>
            </a:r>
            <a:r>
              <a:rPr sz="1100" spc="-10" dirty="0">
                <a:latin typeface="Calibri"/>
                <a:cs typeface="Calibri"/>
              </a:rPr>
              <a:t> documents.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3636366"/>
            <a:ext cx="5739130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Note:</a:t>
            </a:r>
            <a:r>
              <a:rPr sz="1100" u="none" spc="220" dirty="0">
                <a:latin typeface="Calibri"/>
                <a:cs typeface="Calibri"/>
              </a:rPr>
              <a:t> </a:t>
            </a:r>
            <a:r>
              <a:rPr sz="1100" b="1" u="none" dirty="0">
                <a:latin typeface="Calibri"/>
                <a:cs typeface="Calibri"/>
              </a:rPr>
              <a:t>The</a:t>
            </a:r>
            <a:r>
              <a:rPr sz="1100" b="1" u="none" spc="-15" dirty="0">
                <a:latin typeface="Calibri"/>
                <a:cs typeface="Calibri"/>
              </a:rPr>
              <a:t> </a:t>
            </a:r>
            <a:r>
              <a:rPr sz="1100" b="1" u="none" dirty="0">
                <a:latin typeface="Calibri"/>
                <a:cs typeface="Calibri"/>
              </a:rPr>
              <a:t>status</a:t>
            </a:r>
            <a:r>
              <a:rPr sz="1100" b="1" u="none" spc="-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shows</a:t>
            </a:r>
            <a:r>
              <a:rPr sz="1100" u="none" spc="-20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what</a:t>
            </a:r>
            <a:r>
              <a:rPr sz="1100" u="none" spc="-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task</a:t>
            </a:r>
            <a:r>
              <a:rPr sz="1100" u="none" spc="-2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needs</a:t>
            </a:r>
            <a:r>
              <a:rPr sz="1100" u="none" spc="-20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to</a:t>
            </a:r>
            <a:r>
              <a:rPr sz="1100" u="none" spc="-1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be</a:t>
            </a:r>
            <a:r>
              <a:rPr sz="1100" u="none" spc="-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completed</a:t>
            </a:r>
            <a:r>
              <a:rPr sz="1100" u="none" spc="-1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for</a:t>
            </a:r>
            <a:r>
              <a:rPr sz="1100" u="none" spc="-10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the</a:t>
            </a:r>
            <a:r>
              <a:rPr sz="1100" u="none" spc="-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application</a:t>
            </a:r>
            <a:r>
              <a:rPr sz="1100" u="none" spc="-20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to</a:t>
            </a:r>
            <a:r>
              <a:rPr sz="1100" u="none" spc="-1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move</a:t>
            </a:r>
            <a:r>
              <a:rPr sz="1100" u="none" spc="-20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forward</a:t>
            </a:r>
            <a:r>
              <a:rPr sz="1100" u="none" spc="-1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in</a:t>
            </a:r>
            <a:r>
              <a:rPr sz="1100" u="none" spc="-15" dirty="0">
                <a:latin typeface="Calibri"/>
                <a:cs typeface="Calibri"/>
              </a:rPr>
              <a:t> </a:t>
            </a:r>
            <a:r>
              <a:rPr sz="1100" u="none" spc="-25" dirty="0">
                <a:latin typeface="Calibri"/>
                <a:cs typeface="Calibri"/>
              </a:rPr>
              <a:t>the </a:t>
            </a:r>
            <a:r>
              <a:rPr sz="1100" u="none" dirty="0">
                <a:latin typeface="Calibri"/>
                <a:cs typeface="Calibri"/>
              </a:rPr>
              <a:t>process.</a:t>
            </a:r>
            <a:r>
              <a:rPr sz="1100" u="none" spc="-25" dirty="0">
                <a:latin typeface="Calibri"/>
                <a:cs typeface="Calibri"/>
              </a:rPr>
              <a:t> </a:t>
            </a:r>
            <a:r>
              <a:rPr sz="1100" b="1" u="none" dirty="0">
                <a:latin typeface="Calibri"/>
                <a:cs typeface="Calibri"/>
              </a:rPr>
              <a:t>The</a:t>
            </a:r>
            <a:r>
              <a:rPr sz="1100" b="1" u="none" spc="-25" dirty="0">
                <a:latin typeface="Calibri"/>
                <a:cs typeface="Calibri"/>
              </a:rPr>
              <a:t> </a:t>
            </a:r>
            <a:r>
              <a:rPr sz="1100" b="1" u="none" dirty="0">
                <a:latin typeface="Calibri"/>
                <a:cs typeface="Calibri"/>
              </a:rPr>
              <a:t>current</a:t>
            </a:r>
            <a:r>
              <a:rPr sz="1100" b="1" u="none" spc="-20" dirty="0">
                <a:latin typeface="Calibri"/>
                <a:cs typeface="Calibri"/>
              </a:rPr>
              <a:t> </a:t>
            </a:r>
            <a:r>
              <a:rPr sz="1100" b="1" u="none" dirty="0">
                <a:latin typeface="Calibri"/>
                <a:cs typeface="Calibri"/>
              </a:rPr>
              <a:t>milestone</a:t>
            </a:r>
            <a:r>
              <a:rPr sz="1100" b="1" u="none" spc="-1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shows</a:t>
            </a:r>
            <a:r>
              <a:rPr sz="1100" u="none" spc="-20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where</a:t>
            </a:r>
            <a:r>
              <a:rPr sz="1100" u="none" spc="-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an</a:t>
            </a:r>
            <a:r>
              <a:rPr sz="1100" u="none" spc="-1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application</a:t>
            </a:r>
            <a:r>
              <a:rPr sz="1100" u="none" spc="-1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is</a:t>
            </a:r>
            <a:r>
              <a:rPr sz="1100" u="none" spc="-20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in</a:t>
            </a:r>
            <a:r>
              <a:rPr sz="1100" u="none" spc="-15" dirty="0">
                <a:latin typeface="Calibri"/>
                <a:cs typeface="Calibri"/>
              </a:rPr>
              <a:t> </a:t>
            </a:r>
            <a:r>
              <a:rPr sz="1100" u="none" dirty="0">
                <a:latin typeface="Calibri"/>
                <a:cs typeface="Calibri"/>
              </a:rPr>
              <a:t>the</a:t>
            </a:r>
            <a:r>
              <a:rPr sz="1100" u="none" spc="-20" dirty="0">
                <a:latin typeface="Calibri"/>
                <a:cs typeface="Calibri"/>
              </a:rPr>
              <a:t> </a:t>
            </a:r>
            <a:r>
              <a:rPr sz="1100" u="none" spc="-10" dirty="0">
                <a:latin typeface="Calibri"/>
                <a:cs typeface="Calibri"/>
              </a:rPr>
              <a:t>process.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19162" y="1882545"/>
            <a:ext cx="5911850" cy="1663700"/>
            <a:chOff x="919162" y="1882545"/>
            <a:chExt cx="5911850" cy="16637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4520" y="2032865"/>
              <a:ext cx="5843779" cy="14883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7100" y="2008924"/>
              <a:ext cx="5897880" cy="1530350"/>
            </a:xfrm>
            <a:custGeom>
              <a:avLst/>
              <a:gdLst/>
              <a:ahLst/>
              <a:cxnLst/>
              <a:rect l="l" t="t" r="r" b="b"/>
              <a:pathLst>
                <a:path w="5897880" h="1530350">
                  <a:moveTo>
                    <a:pt x="0" y="0"/>
                  </a:moveTo>
                  <a:lnTo>
                    <a:pt x="5897562" y="0"/>
                  </a:lnTo>
                  <a:lnTo>
                    <a:pt x="5897562" y="1530350"/>
                  </a:lnTo>
                  <a:lnTo>
                    <a:pt x="0" y="15303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3450" y="1896832"/>
              <a:ext cx="416559" cy="245110"/>
            </a:xfrm>
            <a:custGeom>
              <a:avLst/>
              <a:gdLst/>
              <a:ahLst/>
              <a:cxnLst/>
              <a:rect l="l" t="t" r="r" b="b"/>
              <a:pathLst>
                <a:path w="416559" h="245110">
                  <a:moveTo>
                    <a:pt x="0" y="0"/>
                  </a:moveTo>
                  <a:lnTo>
                    <a:pt x="416547" y="244513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15981" y="2097140"/>
              <a:ext cx="95885" cy="80645"/>
            </a:xfrm>
            <a:custGeom>
              <a:avLst/>
              <a:gdLst/>
              <a:ahLst/>
              <a:cxnLst/>
              <a:rect l="l" t="t" r="r" b="b"/>
              <a:pathLst>
                <a:path w="95884" h="80644">
                  <a:moveTo>
                    <a:pt x="43395" y="0"/>
                  </a:moveTo>
                  <a:lnTo>
                    <a:pt x="0" y="73926"/>
                  </a:lnTo>
                  <a:lnTo>
                    <a:pt x="95618" y="80365"/>
                  </a:lnTo>
                  <a:lnTo>
                    <a:pt x="433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35525" y="2076869"/>
              <a:ext cx="1377315" cy="509905"/>
            </a:xfrm>
            <a:custGeom>
              <a:avLst/>
              <a:gdLst/>
              <a:ahLst/>
              <a:cxnLst/>
              <a:rect l="l" t="t" r="r" b="b"/>
              <a:pathLst>
                <a:path w="1377314" h="509905">
                  <a:moveTo>
                    <a:pt x="0" y="22859"/>
                  </a:moveTo>
                  <a:lnTo>
                    <a:pt x="450850" y="22859"/>
                  </a:lnTo>
                  <a:lnTo>
                    <a:pt x="450850" y="438784"/>
                  </a:lnTo>
                  <a:lnTo>
                    <a:pt x="0" y="438784"/>
                  </a:lnTo>
                  <a:lnTo>
                    <a:pt x="0" y="22859"/>
                  </a:lnTo>
                  <a:close/>
                </a:path>
                <a:path w="1377314" h="509905">
                  <a:moveTo>
                    <a:pt x="703579" y="0"/>
                  </a:moveTo>
                  <a:lnTo>
                    <a:pt x="1377314" y="0"/>
                  </a:lnTo>
                  <a:lnTo>
                    <a:pt x="1377314" y="509904"/>
                  </a:lnTo>
                  <a:lnTo>
                    <a:pt x="703579" y="509904"/>
                  </a:lnTo>
                  <a:lnTo>
                    <a:pt x="703579" y="0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89146" y="1917786"/>
              <a:ext cx="248285" cy="146050"/>
            </a:xfrm>
            <a:custGeom>
              <a:avLst/>
              <a:gdLst/>
              <a:ahLst/>
              <a:cxnLst/>
              <a:rect l="l" t="t" r="r" b="b"/>
              <a:pathLst>
                <a:path w="248285" h="146050">
                  <a:moveTo>
                    <a:pt x="0" y="0"/>
                  </a:moveTo>
                  <a:lnTo>
                    <a:pt x="247700" y="145973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2779" y="2019578"/>
              <a:ext cx="95885" cy="80645"/>
            </a:xfrm>
            <a:custGeom>
              <a:avLst/>
              <a:gdLst/>
              <a:ahLst/>
              <a:cxnLst/>
              <a:rect l="l" t="t" r="r" b="b"/>
              <a:pathLst>
                <a:path w="95885" h="80644">
                  <a:moveTo>
                    <a:pt x="43522" y="0"/>
                  </a:moveTo>
                  <a:lnTo>
                    <a:pt x="0" y="73850"/>
                  </a:lnTo>
                  <a:lnTo>
                    <a:pt x="95605" y="80454"/>
                  </a:lnTo>
                  <a:lnTo>
                    <a:pt x="4352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09563" y="1976207"/>
              <a:ext cx="229235" cy="173990"/>
            </a:xfrm>
            <a:custGeom>
              <a:avLst/>
              <a:gdLst/>
              <a:ahLst/>
              <a:cxnLst/>
              <a:rect l="l" t="t" r="r" b="b"/>
              <a:pathLst>
                <a:path w="229235" h="173989">
                  <a:moveTo>
                    <a:pt x="0" y="0"/>
                  </a:moveTo>
                  <a:lnTo>
                    <a:pt x="228879" y="173939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01122" y="2107379"/>
              <a:ext cx="94615" cy="86360"/>
            </a:xfrm>
            <a:custGeom>
              <a:avLst/>
              <a:gdLst/>
              <a:ahLst/>
              <a:cxnLst/>
              <a:rect l="l" t="t" r="r" b="b"/>
              <a:pathLst>
                <a:path w="94614" h="86360">
                  <a:moveTo>
                    <a:pt x="51879" y="0"/>
                  </a:moveTo>
                  <a:lnTo>
                    <a:pt x="0" y="68249"/>
                  </a:lnTo>
                  <a:lnTo>
                    <a:pt x="94195" y="85991"/>
                  </a:lnTo>
                  <a:lnTo>
                    <a:pt x="5187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79498"/>
            <a:ext cx="5861050" cy="57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95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17: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attach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required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documents,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view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attachments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button,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button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each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document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uploaded.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Follow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screens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browse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file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&amp;</a:t>
            </a:r>
            <a:r>
              <a:rPr sz="1100" spc="-10" dirty="0">
                <a:latin typeface="Calibri"/>
                <a:cs typeface="Calibri"/>
              </a:rPr>
              <a:t> Upload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8253317"/>
            <a:ext cx="45446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Note: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There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is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short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time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lag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each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attachment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to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upload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into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the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system.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3925" y="1573364"/>
            <a:ext cx="5871210" cy="6585584"/>
            <a:chOff x="923925" y="1573364"/>
            <a:chExt cx="5871210" cy="658558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9937" y="1582889"/>
              <a:ext cx="5485185" cy="14945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8687" y="1578127"/>
              <a:ext cx="5819140" cy="1591310"/>
            </a:xfrm>
            <a:custGeom>
              <a:avLst/>
              <a:gdLst/>
              <a:ahLst/>
              <a:cxnLst/>
              <a:rect l="l" t="t" r="r" b="b"/>
              <a:pathLst>
                <a:path w="5819140" h="1591310">
                  <a:moveTo>
                    <a:pt x="0" y="0"/>
                  </a:moveTo>
                  <a:lnTo>
                    <a:pt x="5818847" y="0"/>
                  </a:lnTo>
                  <a:lnTo>
                    <a:pt x="5818847" y="1591309"/>
                  </a:lnTo>
                  <a:lnTo>
                    <a:pt x="0" y="159130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1833" y="3214217"/>
              <a:ext cx="5663097" cy="20078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28687" y="3209455"/>
              <a:ext cx="5861685" cy="2017395"/>
            </a:xfrm>
            <a:custGeom>
              <a:avLst/>
              <a:gdLst/>
              <a:ahLst/>
              <a:cxnLst/>
              <a:rect l="l" t="t" r="r" b="b"/>
              <a:pathLst>
                <a:path w="5861684" h="2017395">
                  <a:moveTo>
                    <a:pt x="0" y="0"/>
                  </a:moveTo>
                  <a:lnTo>
                    <a:pt x="5861265" y="0"/>
                  </a:lnTo>
                  <a:lnTo>
                    <a:pt x="5861265" y="2017395"/>
                  </a:lnTo>
                  <a:lnTo>
                    <a:pt x="0" y="201739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7508" y="6659057"/>
              <a:ext cx="2349614" cy="139608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28687" y="6631482"/>
              <a:ext cx="2473325" cy="1515110"/>
            </a:xfrm>
            <a:custGeom>
              <a:avLst/>
              <a:gdLst/>
              <a:ahLst/>
              <a:cxnLst/>
              <a:rect l="l" t="t" r="r" b="b"/>
              <a:pathLst>
                <a:path w="2473325" h="1515109">
                  <a:moveTo>
                    <a:pt x="0" y="0"/>
                  </a:moveTo>
                  <a:lnTo>
                    <a:pt x="2473210" y="0"/>
                  </a:lnTo>
                  <a:lnTo>
                    <a:pt x="2473210" y="1515110"/>
                  </a:lnTo>
                  <a:lnTo>
                    <a:pt x="0" y="151511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9000" y="5264645"/>
              <a:ext cx="2038295" cy="28551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424237" y="5259882"/>
              <a:ext cx="2047875" cy="2893695"/>
            </a:xfrm>
            <a:custGeom>
              <a:avLst/>
              <a:gdLst/>
              <a:ahLst/>
              <a:cxnLst/>
              <a:rect l="l" t="t" r="r" b="b"/>
              <a:pathLst>
                <a:path w="2047875" h="2893695">
                  <a:moveTo>
                    <a:pt x="0" y="0"/>
                  </a:moveTo>
                  <a:lnTo>
                    <a:pt x="2047824" y="0"/>
                  </a:lnTo>
                  <a:lnTo>
                    <a:pt x="2047824" y="2893695"/>
                  </a:lnTo>
                  <a:lnTo>
                    <a:pt x="0" y="289369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08150" y="7016582"/>
              <a:ext cx="416559" cy="245110"/>
            </a:xfrm>
            <a:custGeom>
              <a:avLst/>
              <a:gdLst/>
              <a:ahLst/>
              <a:cxnLst/>
              <a:rect l="l" t="t" r="r" b="b"/>
              <a:pathLst>
                <a:path w="416560" h="245109">
                  <a:moveTo>
                    <a:pt x="0" y="0"/>
                  </a:moveTo>
                  <a:lnTo>
                    <a:pt x="416547" y="244513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90681" y="7216889"/>
              <a:ext cx="95885" cy="80645"/>
            </a:xfrm>
            <a:custGeom>
              <a:avLst/>
              <a:gdLst/>
              <a:ahLst/>
              <a:cxnLst/>
              <a:rect l="l" t="t" r="r" b="b"/>
              <a:pathLst>
                <a:path w="95885" h="80645">
                  <a:moveTo>
                    <a:pt x="43395" y="0"/>
                  </a:moveTo>
                  <a:lnTo>
                    <a:pt x="0" y="73926"/>
                  </a:lnTo>
                  <a:lnTo>
                    <a:pt x="95618" y="80365"/>
                  </a:lnTo>
                  <a:lnTo>
                    <a:pt x="433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15000" y="3511382"/>
              <a:ext cx="416559" cy="245110"/>
            </a:xfrm>
            <a:custGeom>
              <a:avLst/>
              <a:gdLst/>
              <a:ahLst/>
              <a:cxnLst/>
              <a:rect l="l" t="t" r="r" b="b"/>
              <a:pathLst>
                <a:path w="416560" h="245110">
                  <a:moveTo>
                    <a:pt x="0" y="0"/>
                  </a:moveTo>
                  <a:lnTo>
                    <a:pt x="416547" y="244513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97530" y="3711689"/>
              <a:ext cx="95885" cy="80645"/>
            </a:xfrm>
            <a:custGeom>
              <a:avLst/>
              <a:gdLst/>
              <a:ahLst/>
              <a:cxnLst/>
              <a:rect l="l" t="t" r="r" b="b"/>
              <a:pathLst>
                <a:path w="95885" h="80645">
                  <a:moveTo>
                    <a:pt x="43395" y="0"/>
                  </a:moveTo>
                  <a:lnTo>
                    <a:pt x="0" y="73926"/>
                  </a:lnTo>
                  <a:lnTo>
                    <a:pt x="95618" y="80365"/>
                  </a:lnTo>
                  <a:lnTo>
                    <a:pt x="433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24450" y="2349332"/>
              <a:ext cx="416559" cy="245110"/>
            </a:xfrm>
            <a:custGeom>
              <a:avLst/>
              <a:gdLst/>
              <a:ahLst/>
              <a:cxnLst/>
              <a:rect l="l" t="t" r="r" b="b"/>
              <a:pathLst>
                <a:path w="416560" h="245110">
                  <a:moveTo>
                    <a:pt x="0" y="0"/>
                  </a:moveTo>
                  <a:lnTo>
                    <a:pt x="416547" y="244513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06980" y="2549639"/>
              <a:ext cx="95885" cy="80645"/>
            </a:xfrm>
            <a:custGeom>
              <a:avLst/>
              <a:gdLst/>
              <a:ahLst/>
              <a:cxnLst/>
              <a:rect l="l" t="t" r="r" b="b"/>
              <a:pathLst>
                <a:path w="95885" h="80644">
                  <a:moveTo>
                    <a:pt x="43395" y="0"/>
                  </a:moveTo>
                  <a:lnTo>
                    <a:pt x="0" y="73926"/>
                  </a:lnTo>
                  <a:lnTo>
                    <a:pt x="95618" y="80365"/>
                  </a:lnTo>
                  <a:lnTo>
                    <a:pt x="433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38650" y="7645232"/>
              <a:ext cx="416559" cy="245110"/>
            </a:xfrm>
            <a:custGeom>
              <a:avLst/>
              <a:gdLst/>
              <a:ahLst/>
              <a:cxnLst/>
              <a:rect l="l" t="t" r="r" b="b"/>
              <a:pathLst>
                <a:path w="416560" h="245109">
                  <a:moveTo>
                    <a:pt x="0" y="0"/>
                  </a:moveTo>
                  <a:lnTo>
                    <a:pt x="416547" y="244513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21180" y="7845539"/>
              <a:ext cx="95885" cy="80645"/>
            </a:xfrm>
            <a:custGeom>
              <a:avLst/>
              <a:gdLst/>
              <a:ahLst/>
              <a:cxnLst/>
              <a:rect l="l" t="t" r="r" b="b"/>
              <a:pathLst>
                <a:path w="95885" h="80645">
                  <a:moveTo>
                    <a:pt x="43395" y="0"/>
                  </a:moveTo>
                  <a:lnTo>
                    <a:pt x="0" y="73926"/>
                  </a:lnTo>
                  <a:lnTo>
                    <a:pt x="95618" y="80365"/>
                  </a:lnTo>
                  <a:lnTo>
                    <a:pt x="433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79498"/>
            <a:ext cx="584200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95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18: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Each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successfully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uploaded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attachment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back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complete.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Once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documents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have </a:t>
            </a:r>
            <a:r>
              <a:rPr sz="1100" dirty="0">
                <a:latin typeface="Calibri"/>
                <a:cs typeface="Calibri"/>
              </a:rPr>
              <a:t>been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uploaded,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return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dashboard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confirm 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status.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560" y="4872342"/>
            <a:ext cx="5845175" cy="394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10000"/>
              </a:lnSpc>
              <a:spcBef>
                <a:spcPts val="95"/>
              </a:spcBef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current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milestone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change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upload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required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documents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pre-</a:t>
            </a:r>
            <a:r>
              <a:rPr sz="1100" dirty="0">
                <a:latin typeface="Calibri"/>
                <a:cs typeface="Calibri"/>
              </a:rPr>
              <a:t>screening</a:t>
            </a:r>
            <a:r>
              <a:rPr sz="1100" spc="-20" dirty="0">
                <a:latin typeface="Calibri"/>
                <a:cs typeface="Calibri"/>
              </a:rPr>
              <a:t> when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completed.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838" y="1442311"/>
            <a:ext cx="5695052" cy="324513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5603"/>
            <a:ext cx="5874385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0" dirty="0">
                <a:solidFill>
                  <a:srgbClr val="2E5395"/>
                </a:solidFill>
                <a:latin typeface="Calibri Light"/>
                <a:cs typeface="Calibri Light"/>
              </a:rPr>
              <a:t>E.</a:t>
            </a:r>
            <a:r>
              <a:rPr sz="1300" b="0" spc="105" dirty="0">
                <a:solidFill>
                  <a:srgbClr val="2E5395"/>
                </a:solidFill>
                <a:latin typeface="Calibri Light"/>
                <a:cs typeface="Calibri Light"/>
              </a:rPr>
              <a:t>  </a:t>
            </a:r>
            <a:r>
              <a:rPr sz="1300" b="0" dirty="0">
                <a:solidFill>
                  <a:srgbClr val="2E5395"/>
                </a:solidFill>
                <a:latin typeface="Calibri Light"/>
                <a:cs typeface="Calibri Light"/>
              </a:rPr>
              <a:t>Application</a:t>
            </a:r>
            <a:r>
              <a:rPr sz="1300" b="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b="0" dirty="0">
                <a:solidFill>
                  <a:srgbClr val="2E5395"/>
                </a:solidFill>
                <a:latin typeface="Calibri Light"/>
                <a:cs typeface="Calibri Light"/>
              </a:rPr>
              <a:t>Review</a:t>
            </a:r>
            <a:r>
              <a:rPr sz="1300" b="0" spc="-1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b="0" dirty="0">
                <a:solidFill>
                  <a:srgbClr val="2E5395"/>
                </a:solidFill>
                <a:latin typeface="Calibri Light"/>
                <a:cs typeface="Calibri Light"/>
              </a:rPr>
              <a:t>and</a:t>
            </a:r>
            <a:r>
              <a:rPr sz="1300" b="0" spc="-10" dirty="0">
                <a:solidFill>
                  <a:srgbClr val="2E5395"/>
                </a:solidFill>
                <a:latin typeface="Calibri Light"/>
                <a:cs typeface="Calibri Light"/>
              </a:rPr>
              <a:t> Approval</a:t>
            </a:r>
            <a:endParaRPr sz="13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300">
              <a:latin typeface="Calibri Light"/>
              <a:cs typeface="Calibri Light"/>
            </a:endParaRPr>
          </a:p>
          <a:p>
            <a:pPr marL="12700" marR="5080">
              <a:lnSpc>
                <a:spcPct val="110000"/>
              </a:lnSpc>
            </a:pPr>
            <a:r>
              <a:rPr sz="1100" dirty="0">
                <a:latin typeface="Calibri"/>
                <a:cs typeface="Calibri"/>
              </a:rPr>
              <a:t>If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status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current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milestone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says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under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review,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your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successfully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submitted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review.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notified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email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text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any </a:t>
            </a:r>
            <a:r>
              <a:rPr sz="1100" dirty="0">
                <a:latin typeface="Calibri"/>
                <a:cs typeface="Calibri"/>
              </a:rPr>
              <a:t>additional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information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needed.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23925" y="2138213"/>
            <a:ext cx="5962650" cy="1606550"/>
            <a:chOff x="923925" y="2138213"/>
            <a:chExt cx="5962650" cy="16065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510" y="2398552"/>
              <a:ext cx="5934539" cy="13362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8687" y="2371140"/>
              <a:ext cx="5953125" cy="1368425"/>
            </a:xfrm>
            <a:custGeom>
              <a:avLst/>
              <a:gdLst/>
              <a:ahLst/>
              <a:cxnLst/>
              <a:rect l="l" t="t" r="r" b="b"/>
              <a:pathLst>
                <a:path w="5953125" h="1368425">
                  <a:moveTo>
                    <a:pt x="0" y="0"/>
                  </a:moveTo>
                  <a:lnTo>
                    <a:pt x="5953125" y="0"/>
                  </a:lnTo>
                  <a:lnTo>
                    <a:pt x="5953125" y="1368425"/>
                  </a:lnTo>
                  <a:lnTo>
                    <a:pt x="0" y="13684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0400" y="2152501"/>
              <a:ext cx="416559" cy="245110"/>
            </a:xfrm>
            <a:custGeom>
              <a:avLst/>
              <a:gdLst/>
              <a:ahLst/>
              <a:cxnLst/>
              <a:rect l="l" t="t" r="r" b="b"/>
              <a:pathLst>
                <a:path w="416560" h="245110">
                  <a:moveTo>
                    <a:pt x="0" y="0"/>
                  </a:moveTo>
                  <a:lnTo>
                    <a:pt x="416547" y="244513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52930" y="2352808"/>
              <a:ext cx="95885" cy="80645"/>
            </a:xfrm>
            <a:custGeom>
              <a:avLst/>
              <a:gdLst/>
              <a:ahLst/>
              <a:cxnLst/>
              <a:rect l="l" t="t" r="r" b="b"/>
              <a:pathLst>
                <a:path w="95885" h="80644">
                  <a:moveTo>
                    <a:pt x="43395" y="0"/>
                  </a:moveTo>
                  <a:lnTo>
                    <a:pt x="0" y="73926"/>
                  </a:lnTo>
                  <a:lnTo>
                    <a:pt x="95618" y="80365"/>
                  </a:lnTo>
                  <a:lnTo>
                    <a:pt x="433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22900" y="2292201"/>
              <a:ext cx="416559" cy="245110"/>
            </a:xfrm>
            <a:custGeom>
              <a:avLst/>
              <a:gdLst/>
              <a:ahLst/>
              <a:cxnLst/>
              <a:rect l="l" t="t" r="r" b="b"/>
              <a:pathLst>
                <a:path w="416560" h="245110">
                  <a:moveTo>
                    <a:pt x="0" y="0"/>
                  </a:moveTo>
                  <a:lnTo>
                    <a:pt x="416547" y="244513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05430" y="2492508"/>
              <a:ext cx="95885" cy="80645"/>
            </a:xfrm>
            <a:custGeom>
              <a:avLst/>
              <a:gdLst/>
              <a:ahLst/>
              <a:cxnLst/>
              <a:rect l="l" t="t" r="r" b="b"/>
              <a:pathLst>
                <a:path w="95885" h="80644">
                  <a:moveTo>
                    <a:pt x="43395" y="0"/>
                  </a:moveTo>
                  <a:lnTo>
                    <a:pt x="0" y="73926"/>
                  </a:lnTo>
                  <a:lnTo>
                    <a:pt x="95618" y="80365"/>
                  </a:lnTo>
                  <a:lnTo>
                    <a:pt x="433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2555"/>
            <a:ext cx="5903595" cy="1117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Upload</a:t>
            </a:r>
            <a:r>
              <a:rPr sz="1600" b="0" spc="-6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Drawings</a:t>
            </a:r>
            <a:r>
              <a:rPr sz="1600" b="0" spc="-6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in</a:t>
            </a:r>
            <a:r>
              <a:rPr sz="1600" b="0" spc="-6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20" dirty="0">
                <a:solidFill>
                  <a:srgbClr val="2E5395"/>
                </a:solidFill>
                <a:latin typeface="Calibri Light"/>
                <a:cs typeface="Calibri Light"/>
              </a:rPr>
              <a:t>ePlan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ct val="110000"/>
              </a:lnSpc>
            </a:pPr>
            <a:r>
              <a:rPr sz="1100" dirty="0">
                <a:latin typeface="Calibri"/>
                <a:cs typeface="Calibri"/>
              </a:rPr>
              <a:t>After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processed,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ePlan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invitation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sent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email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address.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email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will </a:t>
            </a:r>
            <a:r>
              <a:rPr sz="1100" dirty="0">
                <a:latin typeface="Calibri"/>
                <a:cs typeface="Calibri"/>
              </a:rPr>
              <a:t>contain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login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information,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number,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project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access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link.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“Project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Access”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link</a:t>
            </a:r>
            <a:r>
              <a:rPr sz="1100" spc="5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enter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ePlan login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screen.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sample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invitation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shown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below: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099" y="5588109"/>
            <a:ext cx="467233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1.</a:t>
            </a:r>
            <a:r>
              <a:rPr sz="1100" spc="21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“Project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Access” link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email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access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ePlan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8637" y="8034738"/>
            <a:ext cx="5362575" cy="394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95"/>
              </a:spcBef>
            </a:pPr>
            <a:r>
              <a:rPr sz="1100" dirty="0">
                <a:latin typeface="Calibri"/>
                <a:cs typeface="Calibri"/>
              </a:rPr>
              <a:t>DO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“forgot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password”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first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Instead,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enter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email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address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and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temporary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password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was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provided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invitation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email.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77950" y="2413393"/>
            <a:ext cx="5953760" cy="2493010"/>
            <a:chOff x="1377950" y="2413393"/>
            <a:chExt cx="5953760" cy="24930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700" y="2548180"/>
              <a:ext cx="5739778" cy="232647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93825" y="2429268"/>
              <a:ext cx="5922010" cy="2461260"/>
            </a:xfrm>
            <a:custGeom>
              <a:avLst/>
              <a:gdLst/>
              <a:ahLst/>
              <a:cxnLst/>
              <a:rect l="l" t="t" r="r" b="b"/>
              <a:pathLst>
                <a:path w="5922009" h="2461260">
                  <a:moveTo>
                    <a:pt x="0" y="0"/>
                  </a:moveTo>
                  <a:lnTo>
                    <a:pt x="5922009" y="0"/>
                  </a:lnTo>
                  <a:lnTo>
                    <a:pt x="5922009" y="2461260"/>
                  </a:lnTo>
                  <a:lnTo>
                    <a:pt x="0" y="2461260"/>
                  </a:lnTo>
                  <a:lnTo>
                    <a:pt x="0" y="0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377950" y="6096101"/>
            <a:ext cx="5969000" cy="1861820"/>
            <a:chOff x="1377950" y="6096101"/>
            <a:chExt cx="5969000" cy="186182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9700" y="6127851"/>
              <a:ext cx="5905499" cy="179682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93825" y="6111976"/>
              <a:ext cx="5937250" cy="1830070"/>
            </a:xfrm>
            <a:custGeom>
              <a:avLst/>
              <a:gdLst/>
              <a:ahLst/>
              <a:cxnLst/>
              <a:rect l="l" t="t" r="r" b="b"/>
              <a:pathLst>
                <a:path w="5937250" h="1830070">
                  <a:moveTo>
                    <a:pt x="0" y="0"/>
                  </a:moveTo>
                  <a:lnTo>
                    <a:pt x="5937250" y="0"/>
                  </a:lnTo>
                  <a:lnTo>
                    <a:pt x="5937250" y="1830070"/>
                  </a:lnTo>
                  <a:lnTo>
                    <a:pt x="0" y="1830070"/>
                  </a:lnTo>
                  <a:lnTo>
                    <a:pt x="0" y="0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03421" y="7299427"/>
              <a:ext cx="1325880" cy="220979"/>
            </a:xfrm>
            <a:custGeom>
              <a:avLst/>
              <a:gdLst/>
              <a:ahLst/>
              <a:cxnLst/>
              <a:rect l="l" t="t" r="r" b="b"/>
              <a:pathLst>
                <a:path w="1325879" h="220979">
                  <a:moveTo>
                    <a:pt x="0" y="110489"/>
                  </a:moveTo>
                  <a:lnTo>
                    <a:pt x="38648" y="73225"/>
                  </a:lnTo>
                  <a:lnTo>
                    <a:pt x="103212" y="51256"/>
                  </a:lnTo>
                  <a:lnTo>
                    <a:pt x="145641" y="41383"/>
                  </a:lnTo>
                  <a:lnTo>
                    <a:pt x="194171" y="32361"/>
                  </a:lnTo>
                  <a:lnTo>
                    <a:pt x="248306" y="24272"/>
                  </a:lnTo>
                  <a:lnTo>
                    <a:pt x="307547" y="17201"/>
                  </a:lnTo>
                  <a:lnTo>
                    <a:pt x="371397" y="11230"/>
                  </a:lnTo>
                  <a:lnTo>
                    <a:pt x="439358" y="6441"/>
                  </a:lnTo>
                  <a:lnTo>
                    <a:pt x="510934" y="2918"/>
                  </a:lnTo>
                  <a:lnTo>
                    <a:pt x="585627" y="743"/>
                  </a:lnTo>
                  <a:lnTo>
                    <a:pt x="662940" y="0"/>
                  </a:lnTo>
                  <a:lnTo>
                    <a:pt x="740252" y="743"/>
                  </a:lnTo>
                  <a:lnTo>
                    <a:pt x="814945" y="2918"/>
                  </a:lnTo>
                  <a:lnTo>
                    <a:pt x="886521" y="6441"/>
                  </a:lnTo>
                  <a:lnTo>
                    <a:pt x="954482" y="11230"/>
                  </a:lnTo>
                  <a:lnTo>
                    <a:pt x="1018332" y="17201"/>
                  </a:lnTo>
                  <a:lnTo>
                    <a:pt x="1077573" y="24272"/>
                  </a:lnTo>
                  <a:lnTo>
                    <a:pt x="1131708" y="32361"/>
                  </a:lnTo>
                  <a:lnTo>
                    <a:pt x="1180238" y="41383"/>
                  </a:lnTo>
                  <a:lnTo>
                    <a:pt x="1222667" y="51256"/>
                  </a:lnTo>
                  <a:lnTo>
                    <a:pt x="1287231" y="73225"/>
                  </a:lnTo>
                  <a:lnTo>
                    <a:pt x="1321419" y="97604"/>
                  </a:lnTo>
                  <a:lnTo>
                    <a:pt x="1325880" y="110489"/>
                  </a:lnTo>
                  <a:lnTo>
                    <a:pt x="1321419" y="123375"/>
                  </a:lnTo>
                  <a:lnTo>
                    <a:pt x="1287231" y="147754"/>
                  </a:lnTo>
                  <a:lnTo>
                    <a:pt x="1222667" y="169723"/>
                  </a:lnTo>
                  <a:lnTo>
                    <a:pt x="1180238" y="179596"/>
                  </a:lnTo>
                  <a:lnTo>
                    <a:pt x="1131708" y="188618"/>
                  </a:lnTo>
                  <a:lnTo>
                    <a:pt x="1077573" y="196707"/>
                  </a:lnTo>
                  <a:lnTo>
                    <a:pt x="1018332" y="203778"/>
                  </a:lnTo>
                  <a:lnTo>
                    <a:pt x="954482" y="209749"/>
                  </a:lnTo>
                  <a:lnTo>
                    <a:pt x="886521" y="214538"/>
                  </a:lnTo>
                  <a:lnTo>
                    <a:pt x="814945" y="218061"/>
                  </a:lnTo>
                  <a:lnTo>
                    <a:pt x="740252" y="220236"/>
                  </a:lnTo>
                  <a:lnTo>
                    <a:pt x="662940" y="220979"/>
                  </a:lnTo>
                  <a:lnTo>
                    <a:pt x="585627" y="220236"/>
                  </a:lnTo>
                  <a:lnTo>
                    <a:pt x="510934" y="218061"/>
                  </a:lnTo>
                  <a:lnTo>
                    <a:pt x="439358" y="214538"/>
                  </a:lnTo>
                  <a:lnTo>
                    <a:pt x="371397" y="209749"/>
                  </a:lnTo>
                  <a:lnTo>
                    <a:pt x="307547" y="203778"/>
                  </a:lnTo>
                  <a:lnTo>
                    <a:pt x="248306" y="196707"/>
                  </a:lnTo>
                  <a:lnTo>
                    <a:pt x="194171" y="188618"/>
                  </a:lnTo>
                  <a:lnTo>
                    <a:pt x="145641" y="179596"/>
                  </a:lnTo>
                  <a:lnTo>
                    <a:pt x="103212" y="169723"/>
                  </a:lnTo>
                  <a:lnTo>
                    <a:pt x="38648" y="147754"/>
                  </a:lnTo>
                  <a:lnTo>
                    <a:pt x="4460" y="123375"/>
                  </a:lnTo>
                  <a:lnTo>
                    <a:pt x="0" y="110489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98320" y="2833128"/>
            <a:ext cx="2011680" cy="2819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350"/>
              </a:spcBef>
            </a:pPr>
            <a:r>
              <a:rPr sz="1100" spc="-20" dirty="0">
                <a:latin typeface="Calibri"/>
                <a:cs typeface="Calibri"/>
              </a:rPr>
              <a:t>Test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3139" y="3518928"/>
            <a:ext cx="1303020" cy="1752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889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385"/>
              </a:spcBef>
            </a:pPr>
            <a:r>
              <a:rPr sz="500" spc="-10" dirty="0">
                <a:latin typeface="Calibri"/>
                <a:cs typeface="Calibri"/>
                <a:hlinkClick r:id="rId4"/>
              </a:rPr>
              <a:t>test@email.com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25978" y="4041532"/>
            <a:ext cx="830580" cy="213360"/>
          </a:xfrm>
          <a:custGeom>
            <a:avLst/>
            <a:gdLst/>
            <a:ahLst/>
            <a:cxnLst/>
            <a:rect l="l" t="t" r="r" b="b"/>
            <a:pathLst>
              <a:path w="830580" h="213360">
                <a:moveTo>
                  <a:pt x="0" y="106679"/>
                </a:moveTo>
                <a:lnTo>
                  <a:pt x="25981" y="69456"/>
                </a:lnTo>
                <a:lnTo>
                  <a:pt x="97669" y="37948"/>
                </a:lnTo>
                <a:lnTo>
                  <a:pt x="147722" y="25090"/>
                </a:lnTo>
                <a:lnTo>
                  <a:pt x="205683" y="14565"/>
                </a:lnTo>
                <a:lnTo>
                  <a:pt x="270380" y="6674"/>
                </a:lnTo>
                <a:lnTo>
                  <a:pt x="340640" y="1718"/>
                </a:lnTo>
                <a:lnTo>
                  <a:pt x="415290" y="0"/>
                </a:lnTo>
                <a:lnTo>
                  <a:pt x="489939" y="1718"/>
                </a:lnTo>
                <a:lnTo>
                  <a:pt x="560199" y="6674"/>
                </a:lnTo>
                <a:lnTo>
                  <a:pt x="624896" y="14565"/>
                </a:lnTo>
                <a:lnTo>
                  <a:pt x="682857" y="25090"/>
                </a:lnTo>
                <a:lnTo>
                  <a:pt x="732910" y="37948"/>
                </a:lnTo>
                <a:lnTo>
                  <a:pt x="773881" y="52837"/>
                </a:lnTo>
                <a:lnTo>
                  <a:pt x="823889" y="87504"/>
                </a:lnTo>
                <a:lnTo>
                  <a:pt x="830580" y="106679"/>
                </a:lnTo>
                <a:lnTo>
                  <a:pt x="823889" y="125855"/>
                </a:lnTo>
                <a:lnTo>
                  <a:pt x="773881" y="160522"/>
                </a:lnTo>
                <a:lnTo>
                  <a:pt x="732910" y="175411"/>
                </a:lnTo>
                <a:lnTo>
                  <a:pt x="682857" y="188269"/>
                </a:lnTo>
                <a:lnTo>
                  <a:pt x="624896" y="198794"/>
                </a:lnTo>
                <a:lnTo>
                  <a:pt x="560199" y="206685"/>
                </a:lnTo>
                <a:lnTo>
                  <a:pt x="489939" y="211641"/>
                </a:lnTo>
                <a:lnTo>
                  <a:pt x="415290" y="213359"/>
                </a:lnTo>
                <a:lnTo>
                  <a:pt x="340640" y="211641"/>
                </a:lnTo>
                <a:lnTo>
                  <a:pt x="270380" y="206685"/>
                </a:lnTo>
                <a:lnTo>
                  <a:pt x="205683" y="198794"/>
                </a:lnTo>
                <a:lnTo>
                  <a:pt x="147722" y="188269"/>
                </a:lnTo>
                <a:lnTo>
                  <a:pt x="97669" y="175411"/>
                </a:lnTo>
                <a:lnTo>
                  <a:pt x="56698" y="160522"/>
                </a:lnTo>
                <a:lnTo>
                  <a:pt x="6690" y="125855"/>
                </a:lnTo>
                <a:lnTo>
                  <a:pt x="0" y="106679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865757"/>
            <a:ext cx="5648325" cy="419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17300"/>
              </a:lnSpc>
              <a:spcBef>
                <a:spcPts val="95"/>
              </a:spcBef>
            </a:pPr>
            <a:r>
              <a:rPr sz="1100" dirty="0">
                <a:latin typeface="Calibri"/>
                <a:cs typeface="Calibri"/>
              </a:rPr>
              <a:t>2.</a:t>
            </a:r>
            <a:r>
              <a:rPr sz="1100" spc="21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The task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appear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Home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screen’s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(PF)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tab.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Accept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“Applicant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Upload”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by </a:t>
            </a:r>
            <a:r>
              <a:rPr sz="1100" dirty="0">
                <a:latin typeface="Calibri"/>
                <a:cs typeface="Calibri"/>
              </a:rPr>
              <a:t>clicking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applicant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upload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hyperlink.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300" y="2725048"/>
            <a:ext cx="4133215" cy="4191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25"/>
              </a:spcBef>
              <a:buAutoNum type="arabicPeriod" startAt="3"/>
              <a:tabLst>
                <a:tab pos="240665" algn="l"/>
              </a:tabLst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“Applicant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Upload”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window.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AutoNum type="arabicPeriod" startAt="3"/>
              <a:tabLst>
                <a:tab pos="240665" algn="l"/>
              </a:tabLst>
            </a:pPr>
            <a:r>
              <a:rPr sz="1100" dirty="0">
                <a:solidFill>
                  <a:srgbClr val="212121"/>
                </a:solidFill>
                <a:latin typeface="Calibri"/>
                <a:cs typeface="Calibri"/>
              </a:rPr>
              <a:t>Upload</a:t>
            </a:r>
            <a:r>
              <a:rPr sz="11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121"/>
                </a:solidFill>
                <a:latin typeface="Calibri"/>
                <a:cs typeface="Calibri"/>
              </a:rPr>
              <a:t>all</a:t>
            </a:r>
            <a:r>
              <a:rPr sz="1100" spc="-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121"/>
                </a:solidFill>
                <a:latin typeface="Calibri"/>
                <a:cs typeface="Calibri"/>
              </a:rPr>
              <a:t>documents</a:t>
            </a:r>
            <a:r>
              <a:rPr sz="1100" spc="-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121"/>
                </a:solidFill>
                <a:latin typeface="Calibri"/>
                <a:cs typeface="Calibri"/>
              </a:rPr>
              <a:t>for</a:t>
            </a:r>
            <a:r>
              <a:rPr sz="11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121"/>
                </a:solidFill>
                <a:latin typeface="Calibri"/>
                <a:cs typeface="Calibri"/>
              </a:rPr>
              <a:t>your</a:t>
            </a:r>
            <a:r>
              <a:rPr sz="1100" spc="-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121"/>
                </a:solidFill>
                <a:latin typeface="Calibri"/>
                <a:cs typeface="Calibri"/>
              </a:rPr>
              <a:t>application</a:t>
            </a:r>
            <a:r>
              <a:rPr sz="11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121"/>
                </a:solidFill>
                <a:latin typeface="Calibri"/>
                <a:cs typeface="Calibri"/>
              </a:rPr>
              <a:t>under</a:t>
            </a:r>
            <a:r>
              <a:rPr sz="1100" spc="-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121"/>
                </a:solidFill>
                <a:latin typeface="Calibri"/>
                <a:cs typeface="Calibri"/>
              </a:rPr>
              <a:t>correct</a:t>
            </a:r>
            <a:r>
              <a:rPr sz="1100" spc="-10" dirty="0">
                <a:solidFill>
                  <a:srgbClr val="212121"/>
                </a:solidFill>
                <a:latin typeface="Calibri"/>
                <a:cs typeface="Calibri"/>
              </a:rPr>
              <a:t> folders.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1600" y="1306626"/>
            <a:ext cx="5467350" cy="1075055"/>
            <a:chOff x="1371600" y="1306626"/>
            <a:chExt cx="5467350" cy="10750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0650" y="1325676"/>
              <a:ext cx="5429249" cy="10304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81125" y="1316151"/>
              <a:ext cx="5448300" cy="1056005"/>
            </a:xfrm>
            <a:custGeom>
              <a:avLst/>
              <a:gdLst/>
              <a:ahLst/>
              <a:cxnLst/>
              <a:rect l="l" t="t" r="r" b="b"/>
              <a:pathLst>
                <a:path w="5448300" h="1056005">
                  <a:moveTo>
                    <a:pt x="0" y="0"/>
                  </a:moveTo>
                  <a:lnTo>
                    <a:pt x="5448300" y="0"/>
                  </a:lnTo>
                  <a:lnTo>
                    <a:pt x="5448300" y="1056004"/>
                  </a:lnTo>
                  <a:lnTo>
                    <a:pt x="0" y="1056004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20750" y="3458362"/>
            <a:ext cx="5991860" cy="3933825"/>
            <a:chOff x="920750" y="3458362"/>
            <a:chExt cx="5991860" cy="39338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6994" y="3578375"/>
              <a:ext cx="5576848" cy="367614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36625" y="3474237"/>
              <a:ext cx="5960110" cy="3902075"/>
            </a:xfrm>
            <a:custGeom>
              <a:avLst/>
              <a:gdLst/>
              <a:ahLst/>
              <a:cxnLst/>
              <a:rect l="l" t="t" r="r" b="b"/>
              <a:pathLst>
                <a:path w="5960109" h="3902075">
                  <a:moveTo>
                    <a:pt x="0" y="0"/>
                  </a:moveTo>
                  <a:lnTo>
                    <a:pt x="5959602" y="0"/>
                  </a:lnTo>
                  <a:lnTo>
                    <a:pt x="5959602" y="3902075"/>
                  </a:lnTo>
                  <a:lnTo>
                    <a:pt x="0" y="3902075"/>
                  </a:lnTo>
                  <a:lnTo>
                    <a:pt x="0" y="0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865733"/>
            <a:ext cx="5595620" cy="419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17300"/>
              </a:lnSpc>
              <a:spcBef>
                <a:spcPts val="95"/>
              </a:spcBef>
            </a:pPr>
            <a:r>
              <a:rPr sz="1100" dirty="0">
                <a:latin typeface="Calibri"/>
                <a:cs typeface="Calibri"/>
              </a:rPr>
              <a:t>5.</a:t>
            </a:r>
            <a:r>
              <a:rPr sz="1100" spc="22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Confirm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checkboxes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 the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upload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complete-</a:t>
            </a:r>
            <a:r>
              <a:rPr sz="1100" dirty="0">
                <a:latin typeface="Calibri"/>
                <a:cs typeface="Calibri"/>
              </a:rPr>
              <a:t>submit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DPIE button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complete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spc="-10" dirty="0">
                <a:latin typeface="Calibri"/>
                <a:cs typeface="Calibri"/>
              </a:rPr>
              <a:t>task.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20750" y="1598612"/>
            <a:ext cx="5490210" cy="2901315"/>
            <a:chOff x="920750" y="1598612"/>
            <a:chExt cx="5490210" cy="29013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1688579"/>
              <a:ext cx="5426709" cy="27364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36625" y="1614487"/>
              <a:ext cx="5458460" cy="2858770"/>
            </a:xfrm>
            <a:custGeom>
              <a:avLst/>
              <a:gdLst/>
              <a:ahLst/>
              <a:cxnLst/>
              <a:rect l="l" t="t" r="r" b="b"/>
              <a:pathLst>
                <a:path w="5458460" h="2858770">
                  <a:moveTo>
                    <a:pt x="0" y="0"/>
                  </a:moveTo>
                  <a:lnTo>
                    <a:pt x="5458460" y="0"/>
                  </a:lnTo>
                  <a:lnTo>
                    <a:pt x="5458460" y="2858770"/>
                  </a:lnTo>
                  <a:lnTo>
                    <a:pt x="0" y="2858770"/>
                  </a:lnTo>
                  <a:lnTo>
                    <a:pt x="0" y="0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4161" y="4257352"/>
              <a:ext cx="1066800" cy="236220"/>
            </a:xfrm>
            <a:custGeom>
              <a:avLst/>
              <a:gdLst/>
              <a:ahLst/>
              <a:cxnLst/>
              <a:rect l="l" t="t" r="r" b="b"/>
              <a:pathLst>
                <a:path w="1066800" h="236220">
                  <a:moveTo>
                    <a:pt x="0" y="118110"/>
                  </a:moveTo>
                  <a:lnTo>
                    <a:pt x="41917" y="72137"/>
                  </a:lnTo>
                  <a:lnTo>
                    <a:pt x="111140" y="45937"/>
                  </a:lnTo>
                  <a:lnTo>
                    <a:pt x="156229" y="34594"/>
                  </a:lnTo>
                  <a:lnTo>
                    <a:pt x="207454" y="24610"/>
                  </a:lnTo>
                  <a:lnTo>
                    <a:pt x="264182" y="16126"/>
                  </a:lnTo>
                  <a:lnTo>
                    <a:pt x="325776" y="9282"/>
                  </a:lnTo>
                  <a:lnTo>
                    <a:pt x="391600" y="4219"/>
                  </a:lnTo>
                  <a:lnTo>
                    <a:pt x="461020" y="1078"/>
                  </a:lnTo>
                  <a:lnTo>
                    <a:pt x="533400" y="0"/>
                  </a:lnTo>
                  <a:lnTo>
                    <a:pt x="605779" y="1078"/>
                  </a:lnTo>
                  <a:lnTo>
                    <a:pt x="675199" y="4219"/>
                  </a:lnTo>
                  <a:lnTo>
                    <a:pt x="741023" y="9282"/>
                  </a:lnTo>
                  <a:lnTo>
                    <a:pt x="802617" y="16126"/>
                  </a:lnTo>
                  <a:lnTo>
                    <a:pt x="859345" y="24610"/>
                  </a:lnTo>
                  <a:lnTo>
                    <a:pt x="910570" y="34594"/>
                  </a:lnTo>
                  <a:lnTo>
                    <a:pt x="955659" y="45937"/>
                  </a:lnTo>
                  <a:lnTo>
                    <a:pt x="993975" y="58499"/>
                  </a:lnTo>
                  <a:lnTo>
                    <a:pt x="1047746" y="86712"/>
                  </a:lnTo>
                  <a:lnTo>
                    <a:pt x="1066800" y="118110"/>
                  </a:lnTo>
                  <a:lnTo>
                    <a:pt x="1061930" y="134136"/>
                  </a:lnTo>
                  <a:lnTo>
                    <a:pt x="1024882" y="164082"/>
                  </a:lnTo>
                  <a:lnTo>
                    <a:pt x="955659" y="190282"/>
                  </a:lnTo>
                  <a:lnTo>
                    <a:pt x="910570" y="201625"/>
                  </a:lnTo>
                  <a:lnTo>
                    <a:pt x="859345" y="211609"/>
                  </a:lnTo>
                  <a:lnTo>
                    <a:pt x="802617" y="220093"/>
                  </a:lnTo>
                  <a:lnTo>
                    <a:pt x="741023" y="226937"/>
                  </a:lnTo>
                  <a:lnTo>
                    <a:pt x="675199" y="232000"/>
                  </a:lnTo>
                  <a:lnTo>
                    <a:pt x="605779" y="235141"/>
                  </a:lnTo>
                  <a:lnTo>
                    <a:pt x="533400" y="236220"/>
                  </a:lnTo>
                  <a:lnTo>
                    <a:pt x="461020" y="235141"/>
                  </a:lnTo>
                  <a:lnTo>
                    <a:pt x="391600" y="232000"/>
                  </a:lnTo>
                  <a:lnTo>
                    <a:pt x="325776" y="226937"/>
                  </a:lnTo>
                  <a:lnTo>
                    <a:pt x="264182" y="220093"/>
                  </a:lnTo>
                  <a:lnTo>
                    <a:pt x="207454" y="211609"/>
                  </a:lnTo>
                  <a:lnTo>
                    <a:pt x="156229" y="201625"/>
                  </a:lnTo>
                  <a:lnTo>
                    <a:pt x="111140" y="190282"/>
                  </a:lnTo>
                  <a:lnTo>
                    <a:pt x="72824" y="177720"/>
                  </a:lnTo>
                  <a:lnTo>
                    <a:pt x="19053" y="149507"/>
                  </a:lnTo>
                  <a:lnTo>
                    <a:pt x="0" y="118110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54220"/>
            <a:ext cx="5952490" cy="502284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Plan</a:t>
            </a:r>
            <a:r>
              <a:rPr sz="1600" b="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Screening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100" dirty="0">
                <a:latin typeface="Calibri"/>
                <a:cs typeface="Calibri"/>
              </a:rPr>
              <a:t>Plan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screening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preliminary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review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uploaded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documents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preparation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formal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review.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098" y="3267667"/>
            <a:ext cx="5715635" cy="8102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240665" algn="l"/>
              </a:tabLst>
            </a:pP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ePlan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move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 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review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stage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submission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requirements.</a:t>
            </a:r>
            <a:endParaRPr sz="1100">
              <a:latin typeface="Calibri"/>
              <a:cs typeface="Calibri"/>
            </a:endParaRPr>
          </a:p>
          <a:p>
            <a:pPr marL="240029" marR="5080" indent="-227965">
              <a:lnSpc>
                <a:spcPct val="116799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other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hand,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missing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items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questions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about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submittal,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0" dirty="0">
                <a:latin typeface="Calibri"/>
                <a:cs typeface="Calibri"/>
              </a:rPr>
              <a:t> receive 	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email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text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notification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</a:t>
            </a:r>
            <a:r>
              <a:rPr sz="1100" b="1" dirty="0">
                <a:latin typeface="Calibri"/>
                <a:cs typeface="Calibri"/>
              </a:rPr>
              <a:t>Applicant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Re-</a:t>
            </a:r>
            <a:r>
              <a:rPr sz="1100" b="1" dirty="0">
                <a:latin typeface="Calibri"/>
                <a:cs typeface="Calibri"/>
              </a:rPr>
              <a:t>Upload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Task</a:t>
            </a:r>
            <a:r>
              <a:rPr sz="1100" dirty="0">
                <a:latin typeface="Calibri"/>
                <a:cs typeface="Calibri"/>
              </a:rPr>
              <a:t>”.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After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receiving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email, 	</a:t>
            </a:r>
            <a:r>
              <a:rPr sz="1100" dirty="0">
                <a:latin typeface="Calibri"/>
                <a:cs typeface="Calibri"/>
              </a:rPr>
              <a:t>accept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previously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instructed.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4623308"/>
            <a:ext cx="5332095" cy="1129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Applicant</a:t>
            </a:r>
            <a:r>
              <a:rPr sz="1600" b="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Fee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Payment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100" dirty="0">
                <a:latin typeface="Calibri"/>
                <a:cs typeface="Calibri"/>
              </a:rPr>
              <a:t>You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fees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online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(Credit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Card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Check)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requirements.</a:t>
            </a:r>
            <a:endParaRPr sz="1100">
              <a:latin typeface="Calibri"/>
              <a:cs typeface="Calibri"/>
            </a:endParaRPr>
          </a:p>
          <a:p>
            <a:pPr marL="468630" indent="-22796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468630" algn="l"/>
              </a:tabLst>
            </a:pP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View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Details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button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Balance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link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</a:t>
            </a:r>
            <a:r>
              <a:rPr sz="1100" spc="-10" dirty="0">
                <a:latin typeface="Calibri"/>
                <a:cs typeface="Calibri"/>
              </a:rPr>
              <a:t>dashboard.</a:t>
            </a:r>
            <a:endParaRPr sz="1100">
              <a:latin typeface="Calibri"/>
              <a:cs typeface="Calibri"/>
            </a:endParaRPr>
          </a:p>
          <a:p>
            <a:pPr marL="468630" indent="-227965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468630" algn="l"/>
              </a:tabLst>
            </a:pPr>
            <a:r>
              <a:rPr sz="1100" dirty="0">
                <a:latin typeface="Calibri"/>
                <a:cs typeface="Calibri"/>
              </a:rPr>
              <a:t>Review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fee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balance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follow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instructions.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22195" y="1477238"/>
            <a:ext cx="6005195" cy="1423670"/>
            <a:chOff x="722195" y="1477238"/>
            <a:chExt cx="6005195" cy="14236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449" y="1486765"/>
              <a:ext cx="5784088" cy="140461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28687" y="1482001"/>
              <a:ext cx="5793740" cy="1414145"/>
            </a:xfrm>
            <a:custGeom>
              <a:avLst/>
              <a:gdLst/>
              <a:ahLst/>
              <a:cxnLst/>
              <a:rect l="l" t="t" r="r" b="b"/>
              <a:pathLst>
                <a:path w="5793740" h="1414145">
                  <a:moveTo>
                    <a:pt x="0" y="0"/>
                  </a:moveTo>
                  <a:lnTo>
                    <a:pt x="5793625" y="0"/>
                  </a:lnTo>
                  <a:lnTo>
                    <a:pt x="5793625" y="1414145"/>
                  </a:lnTo>
                  <a:lnTo>
                    <a:pt x="0" y="141414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8545" y="1811379"/>
              <a:ext cx="306705" cy="193040"/>
            </a:xfrm>
            <a:custGeom>
              <a:avLst/>
              <a:gdLst/>
              <a:ahLst/>
              <a:cxnLst/>
              <a:rect l="l" t="t" r="r" b="b"/>
              <a:pathLst>
                <a:path w="306705" h="193039">
                  <a:moveTo>
                    <a:pt x="17043" y="0"/>
                  </a:moveTo>
                  <a:lnTo>
                    <a:pt x="0" y="31216"/>
                  </a:lnTo>
                  <a:lnTo>
                    <a:pt x="266941" y="176999"/>
                  </a:lnTo>
                  <a:lnTo>
                    <a:pt x="258419" y="192608"/>
                  </a:lnTo>
                  <a:lnTo>
                    <a:pt x="306666" y="178447"/>
                  </a:lnTo>
                  <a:lnTo>
                    <a:pt x="292506" y="130187"/>
                  </a:lnTo>
                  <a:lnTo>
                    <a:pt x="283984" y="145796"/>
                  </a:lnTo>
                  <a:lnTo>
                    <a:pt x="170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8545" y="1811379"/>
              <a:ext cx="306705" cy="193040"/>
            </a:xfrm>
            <a:custGeom>
              <a:avLst/>
              <a:gdLst/>
              <a:ahLst/>
              <a:cxnLst/>
              <a:rect l="l" t="t" r="r" b="b"/>
              <a:pathLst>
                <a:path w="306705" h="193039">
                  <a:moveTo>
                    <a:pt x="258419" y="192608"/>
                  </a:moveTo>
                  <a:lnTo>
                    <a:pt x="306666" y="178447"/>
                  </a:lnTo>
                  <a:lnTo>
                    <a:pt x="292506" y="130187"/>
                  </a:lnTo>
                  <a:lnTo>
                    <a:pt x="283984" y="145796"/>
                  </a:lnTo>
                  <a:lnTo>
                    <a:pt x="17043" y="0"/>
                  </a:lnTo>
                  <a:lnTo>
                    <a:pt x="0" y="31216"/>
                  </a:lnTo>
                  <a:lnTo>
                    <a:pt x="266941" y="176999"/>
                  </a:lnTo>
                  <a:lnTo>
                    <a:pt x="258419" y="192608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31720" y="5893749"/>
            <a:ext cx="6350635" cy="1602105"/>
            <a:chOff x="731720" y="5893749"/>
            <a:chExt cx="6350635" cy="160210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449" y="6067492"/>
              <a:ext cx="6132904" cy="141223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25512" y="6059550"/>
              <a:ext cx="6149340" cy="1428115"/>
            </a:xfrm>
            <a:custGeom>
              <a:avLst/>
              <a:gdLst/>
              <a:ahLst/>
              <a:cxnLst/>
              <a:rect l="l" t="t" r="r" b="b"/>
              <a:pathLst>
                <a:path w="6149340" h="1428115">
                  <a:moveTo>
                    <a:pt x="0" y="0"/>
                  </a:moveTo>
                  <a:lnTo>
                    <a:pt x="6148781" y="0"/>
                  </a:lnTo>
                  <a:lnTo>
                    <a:pt x="6148781" y="1428114"/>
                  </a:lnTo>
                  <a:lnTo>
                    <a:pt x="0" y="1428114"/>
                  </a:lnTo>
                  <a:lnTo>
                    <a:pt x="0" y="0"/>
                  </a:lnTo>
                  <a:close/>
                </a:path>
              </a:pathLst>
            </a:custGeom>
            <a:ln w="15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8070" y="5900099"/>
              <a:ext cx="306705" cy="193040"/>
            </a:xfrm>
            <a:custGeom>
              <a:avLst/>
              <a:gdLst/>
              <a:ahLst/>
              <a:cxnLst/>
              <a:rect l="l" t="t" r="r" b="b"/>
              <a:pathLst>
                <a:path w="306705" h="193039">
                  <a:moveTo>
                    <a:pt x="17043" y="0"/>
                  </a:moveTo>
                  <a:lnTo>
                    <a:pt x="0" y="31216"/>
                  </a:lnTo>
                  <a:lnTo>
                    <a:pt x="266941" y="176999"/>
                  </a:lnTo>
                  <a:lnTo>
                    <a:pt x="258419" y="192608"/>
                  </a:lnTo>
                  <a:lnTo>
                    <a:pt x="306666" y="178447"/>
                  </a:lnTo>
                  <a:lnTo>
                    <a:pt x="292506" y="130187"/>
                  </a:lnTo>
                  <a:lnTo>
                    <a:pt x="283984" y="145795"/>
                  </a:lnTo>
                  <a:lnTo>
                    <a:pt x="170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8070" y="5900099"/>
              <a:ext cx="306705" cy="193040"/>
            </a:xfrm>
            <a:custGeom>
              <a:avLst/>
              <a:gdLst/>
              <a:ahLst/>
              <a:cxnLst/>
              <a:rect l="l" t="t" r="r" b="b"/>
              <a:pathLst>
                <a:path w="306705" h="193039">
                  <a:moveTo>
                    <a:pt x="258419" y="192608"/>
                  </a:moveTo>
                  <a:lnTo>
                    <a:pt x="306666" y="178447"/>
                  </a:lnTo>
                  <a:lnTo>
                    <a:pt x="292506" y="130187"/>
                  </a:lnTo>
                  <a:lnTo>
                    <a:pt x="283984" y="145795"/>
                  </a:lnTo>
                  <a:lnTo>
                    <a:pt x="17043" y="0"/>
                  </a:lnTo>
                  <a:lnTo>
                    <a:pt x="0" y="31216"/>
                  </a:lnTo>
                  <a:lnTo>
                    <a:pt x="266941" y="176999"/>
                  </a:lnTo>
                  <a:lnTo>
                    <a:pt x="258419" y="192608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39382" y="6390836"/>
              <a:ext cx="306705" cy="193040"/>
            </a:xfrm>
            <a:custGeom>
              <a:avLst/>
              <a:gdLst/>
              <a:ahLst/>
              <a:cxnLst/>
              <a:rect l="l" t="t" r="r" b="b"/>
              <a:pathLst>
                <a:path w="306704" h="193040">
                  <a:moveTo>
                    <a:pt x="17043" y="0"/>
                  </a:moveTo>
                  <a:lnTo>
                    <a:pt x="0" y="31216"/>
                  </a:lnTo>
                  <a:lnTo>
                    <a:pt x="266941" y="176999"/>
                  </a:lnTo>
                  <a:lnTo>
                    <a:pt x="258419" y="192608"/>
                  </a:lnTo>
                  <a:lnTo>
                    <a:pt x="306666" y="178447"/>
                  </a:lnTo>
                  <a:lnTo>
                    <a:pt x="292506" y="130187"/>
                  </a:lnTo>
                  <a:lnTo>
                    <a:pt x="283984" y="145795"/>
                  </a:lnTo>
                  <a:lnTo>
                    <a:pt x="170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39382" y="6390838"/>
              <a:ext cx="306705" cy="193040"/>
            </a:xfrm>
            <a:custGeom>
              <a:avLst/>
              <a:gdLst/>
              <a:ahLst/>
              <a:cxnLst/>
              <a:rect l="l" t="t" r="r" b="b"/>
              <a:pathLst>
                <a:path w="306704" h="193040">
                  <a:moveTo>
                    <a:pt x="258419" y="192608"/>
                  </a:moveTo>
                  <a:lnTo>
                    <a:pt x="306666" y="178447"/>
                  </a:lnTo>
                  <a:lnTo>
                    <a:pt x="292506" y="130187"/>
                  </a:lnTo>
                  <a:lnTo>
                    <a:pt x="283984" y="145795"/>
                  </a:lnTo>
                  <a:lnTo>
                    <a:pt x="17043" y="0"/>
                  </a:lnTo>
                  <a:lnTo>
                    <a:pt x="0" y="31216"/>
                  </a:lnTo>
                  <a:lnTo>
                    <a:pt x="266941" y="176999"/>
                  </a:lnTo>
                  <a:lnTo>
                    <a:pt x="258419" y="192608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894080"/>
            <a:ext cx="4450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3.</a:t>
            </a:r>
            <a:r>
              <a:rPr sz="1100" spc="21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 directed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Govolution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site to process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10" dirty="0">
                <a:latin typeface="Calibri"/>
                <a:cs typeface="Calibri"/>
              </a:rPr>
              <a:t> fees.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60" y="5333485"/>
            <a:ext cx="416369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NOTE: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Make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include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email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address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receive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receipt.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3925" y="1209560"/>
            <a:ext cx="4991100" cy="3733800"/>
            <a:chOff x="923925" y="1209560"/>
            <a:chExt cx="4991100" cy="37338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4460" y="1361271"/>
              <a:ext cx="4301111" cy="355463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8687" y="1214323"/>
              <a:ext cx="4981575" cy="3724275"/>
            </a:xfrm>
            <a:custGeom>
              <a:avLst/>
              <a:gdLst/>
              <a:ahLst/>
              <a:cxnLst/>
              <a:rect l="l" t="t" r="r" b="b"/>
              <a:pathLst>
                <a:path w="4981575" h="3724275">
                  <a:moveTo>
                    <a:pt x="0" y="0"/>
                  </a:moveTo>
                  <a:lnTo>
                    <a:pt x="4981575" y="0"/>
                  </a:lnTo>
                  <a:lnTo>
                    <a:pt x="4981575" y="3724122"/>
                  </a:lnTo>
                  <a:lnTo>
                    <a:pt x="0" y="372412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47408"/>
            <a:ext cx="5805805" cy="195072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Approved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Plans</a:t>
            </a:r>
            <a:r>
              <a:rPr sz="1600" b="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and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Permit</a:t>
            </a: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ct val="109700"/>
              </a:lnSpc>
              <a:spcBef>
                <a:spcPts val="120"/>
              </a:spcBef>
            </a:pPr>
            <a:r>
              <a:rPr sz="1100" dirty="0">
                <a:latin typeface="Calibri"/>
                <a:cs typeface="Calibri"/>
              </a:rPr>
              <a:t>Once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plans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have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been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electronically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stamped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County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applicable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fees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have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been </a:t>
            </a:r>
            <a:r>
              <a:rPr sz="1100" dirty="0">
                <a:latin typeface="Calibri"/>
                <a:cs typeface="Calibri"/>
              </a:rPr>
              <a:t>paid,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ePlan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process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conclude.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receive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email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text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notification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with </a:t>
            </a:r>
            <a:r>
              <a:rPr sz="1100" dirty="0">
                <a:latin typeface="Calibri"/>
                <a:cs typeface="Calibri"/>
              </a:rPr>
              <a:t>instructions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downloading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approved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plans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permit.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email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notification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direct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to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folder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contains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stamped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plans.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Schedule</a:t>
            </a:r>
            <a:r>
              <a:rPr sz="1600" b="0" spc="-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an</a:t>
            </a:r>
            <a:r>
              <a:rPr sz="1600" b="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Inspection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100" dirty="0">
                <a:latin typeface="Calibri"/>
                <a:cs typeface="Calibri"/>
              </a:rPr>
              <a:t>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permit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record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dashboard.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permit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number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begin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P.</a:t>
            </a:r>
            <a:endParaRPr sz="11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894"/>
              </a:spcBef>
            </a:pPr>
            <a:r>
              <a:rPr sz="1100" dirty="0">
                <a:latin typeface="Calibri"/>
                <a:cs typeface="Calibri"/>
              </a:rPr>
              <a:t>1.</a:t>
            </a:r>
            <a:r>
              <a:rPr sz="1100" spc="21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dashboard,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locate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permit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view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details</a:t>
            </a:r>
            <a:r>
              <a:rPr sz="1100" spc="-10" dirty="0">
                <a:latin typeface="Calibri"/>
                <a:cs typeface="Calibri"/>
              </a:rPr>
              <a:t> button.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239" y="4429729"/>
            <a:ext cx="42608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2.</a:t>
            </a:r>
            <a:r>
              <a:rPr sz="1100" spc="21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Click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download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attachments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section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 download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permit.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14400" y="2817466"/>
            <a:ext cx="6341110" cy="1515110"/>
            <a:chOff x="914400" y="2817466"/>
            <a:chExt cx="6341110" cy="15151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2817466"/>
              <a:ext cx="332407" cy="2089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450" y="3058948"/>
              <a:ext cx="6309118" cy="126046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27100" y="3052597"/>
              <a:ext cx="6322060" cy="1273175"/>
            </a:xfrm>
            <a:custGeom>
              <a:avLst/>
              <a:gdLst/>
              <a:ahLst/>
              <a:cxnLst/>
              <a:rect l="l" t="t" r="r" b="b"/>
              <a:pathLst>
                <a:path w="6322059" h="1273175">
                  <a:moveTo>
                    <a:pt x="0" y="0"/>
                  </a:moveTo>
                  <a:lnTo>
                    <a:pt x="6321818" y="0"/>
                  </a:lnTo>
                  <a:lnTo>
                    <a:pt x="6321818" y="1273175"/>
                  </a:lnTo>
                  <a:lnTo>
                    <a:pt x="0" y="12731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91075" y="3089897"/>
              <a:ext cx="1552575" cy="457200"/>
            </a:xfrm>
            <a:custGeom>
              <a:avLst/>
              <a:gdLst/>
              <a:ahLst/>
              <a:cxnLst/>
              <a:rect l="l" t="t" r="r" b="b"/>
              <a:pathLst>
                <a:path w="1552575" h="457200">
                  <a:moveTo>
                    <a:pt x="0" y="0"/>
                  </a:moveTo>
                  <a:lnTo>
                    <a:pt x="381000" y="0"/>
                  </a:lnTo>
                  <a:lnTo>
                    <a:pt x="3810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  <a:path w="1552575" h="457200">
                  <a:moveTo>
                    <a:pt x="695325" y="142875"/>
                  </a:moveTo>
                  <a:lnTo>
                    <a:pt x="1552575" y="142875"/>
                  </a:lnTo>
                  <a:lnTo>
                    <a:pt x="1552575" y="457200"/>
                  </a:lnTo>
                  <a:lnTo>
                    <a:pt x="695325" y="457200"/>
                  </a:lnTo>
                  <a:lnTo>
                    <a:pt x="695325" y="142875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20750" y="4824806"/>
            <a:ext cx="4596765" cy="1844039"/>
            <a:chOff x="920750" y="4824806"/>
            <a:chExt cx="4596765" cy="1844039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0262" y="4837510"/>
              <a:ext cx="4564207" cy="181863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27100" y="4831156"/>
              <a:ext cx="4584065" cy="1831339"/>
            </a:xfrm>
            <a:custGeom>
              <a:avLst/>
              <a:gdLst/>
              <a:ahLst/>
              <a:cxnLst/>
              <a:rect l="l" t="t" r="r" b="b"/>
              <a:pathLst>
                <a:path w="4584065" h="1831340">
                  <a:moveTo>
                    <a:pt x="0" y="0"/>
                  </a:moveTo>
                  <a:lnTo>
                    <a:pt x="4583722" y="0"/>
                  </a:lnTo>
                  <a:lnTo>
                    <a:pt x="4583722" y="1831339"/>
                  </a:lnTo>
                  <a:lnTo>
                    <a:pt x="0" y="183133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00125" y="6395796"/>
              <a:ext cx="552450" cy="180975"/>
            </a:xfrm>
            <a:custGeom>
              <a:avLst/>
              <a:gdLst/>
              <a:ahLst/>
              <a:cxnLst/>
              <a:rect l="l" t="t" r="r" b="b"/>
              <a:pathLst>
                <a:path w="552450" h="180975">
                  <a:moveTo>
                    <a:pt x="0" y="0"/>
                  </a:moveTo>
                  <a:lnTo>
                    <a:pt x="552450" y="0"/>
                  </a:lnTo>
                  <a:lnTo>
                    <a:pt x="55245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Momentum</a:t>
            </a:r>
            <a:r>
              <a:rPr spc="-30" dirty="0"/>
              <a:t> </a:t>
            </a:r>
            <a:r>
              <a:rPr dirty="0"/>
              <a:t>Building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20" dirty="0"/>
              <a:t>(v2)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Page</a:t>
            </a:r>
            <a:r>
              <a:rPr spc="-15" dirty="0"/>
              <a:t> </a:t>
            </a: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1631</Words>
  <Application>Microsoft Office PowerPoint</Application>
  <PresentationFormat>Custom</PresentationFormat>
  <Paragraphs>131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Murhandikire, Jeanne D.</dc:creator>
  <dc:description/>
  <cp:lastModifiedBy>Moshe, Amarech</cp:lastModifiedBy>
  <cp:revision>3</cp:revision>
  <dcterms:created xsi:type="dcterms:W3CDTF">2024-06-28T16:12:38Z</dcterms:created>
  <dcterms:modified xsi:type="dcterms:W3CDTF">2024-10-09T14:05:57Z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2023-05-02T00:00:00Z</vt:filetime>
  </property>
  <property fmtid="{D5CDD505-2E9C-101B-9397-08002B2CF9AE}" pid="3" name="Creator">
    <vt:lpwstr>Acrobat PDFMaker 23 for Word</vt:lpwstr>
  </property>
  <property fmtid="{D5CDD505-2E9C-101B-9397-08002B2CF9AE}" pid="4" name="GrammarlyDocumentId">
    <vt:lpwstr>830a26ec-856f-4605-acd6-f311d0581850</vt:lpwstr>
  </property>
  <property fmtid="{D5CDD505-2E9C-101B-9397-08002B2CF9AE}" pid="5" name="LastSaved">
    <vt:filetime>2024-06-28T00:00:00Z</vt:filetime>
  </property>
  <property fmtid="{D5CDD505-2E9C-101B-9397-08002B2CF9AE}" pid="6" name="Producer">
    <vt:lpwstr>Adobe PDF Library 23.1.175</vt:lpwstr>
  </property>
  <property fmtid="{D5CDD505-2E9C-101B-9397-08002B2CF9AE}" pid="7" name="SourceModified">
    <vt:lpwstr>D:20230502205257</vt:lpwstr>
  </property>
</Properties>
</file>